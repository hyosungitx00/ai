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[1장 · 요약]  약 1분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SAP 재고 현황을 펼쳐보는 조회 화면 1개를 AI와 함께 만들었습니다.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결론부터 말씀드리면, 사람이 직접 만들면 약 65시간 걸릴 분량을 실제 작업 4시간 30분에 끝냈습니다.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- 65시간은 추정값이고 4시간 30분은 실측값입니다. 뒤에서 근거를 설명하겠습니다.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한 가지 전제를 먼저 말씀드립니다. AI는 SAP에 접속하지 않습니다.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설계·코드·문서는 AI가 만들었고, SAP에 넣고 돌려보는 일은 전부 사람이 했습니다.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그래서 '사람을 대체한 수치'가 아니라 '역할을 나눈 결과'로 보셔야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[2장 · 진행 방식]  약 1분 30초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다섯 단계로 진행했습니다. 핵심은 '코드부터 쓰지 않았다'는 점입니다.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- 1단계, 무엇을 만들지 질문 26개로 확인했습니다. 모른다고 답한 6개는 추측값으로 채운 뒤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'추정'이라고 표시해 두고, 코드에는 넣지 않았습니다.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- 2단계, 코드를 쓰기 전에 화면 그림을 먼저 그려 확인받았습니다. 합계 계산 방식은 3가지 안을 비교해 골랐습니다.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- 3단계가 가장 중요합니다. 재고 항목의 실제 이름을 확인하려고 '확인용 작은 프로그램'을 먼저 만들어 드렸습니다.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그걸 돌려본 결과, 추측으로는 알 수 없는 4가지가 나왔습니다.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특히 수량이 두 번 더해질 위험이 하나 있었는데, 이건 오류가 안 나고 숫자만 틀리는 종류입니다.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- 4단계에서 1,479줄을 한 번에 받아 붙여넣었고, 5단계에서 오류를 고치고 화면을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[3장 · 수치]  약 1분 30초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총 43번 주고받았습니다. 이 중 31번, 72%는 제대로 진행된 대화입니다.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오류 고치기 5번. 이 중 3건이 '화면에 표를 펼쳐 보여주는 기능'의 사용법을 알아내는 과정에서 나왔습니다.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처음 쓰는 기능이라 생긴 비용입니다.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AI가 빠뜨려서 다시 요청한 것이 4번 있었습니다. 원인은 하나였습니다. 뒤에서 설명하겠습니다.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헛턴 3번은 같은 내용을 다시 출력해 달라고 한 것으로, 진행에는 도움이 안 된 횟수입니다.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오른쪽은 만든 것입니다. 실제 실행했을 때 재고 69만 건을 읽어 화면에는 7,339줄로 요약해 보여줍니다.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마지막 줄, 교훈 7건을 저장했습니다. 다음 프로그램을 만들 때 AI가 자동으로 참고합니다.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[4장 · 결론]  약 1분 30초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시간 비교입니다. 사람이 직접 65시간, 이번 AI 작업 4시간 30분, 같은 것을 다시 만들면 3시간으로 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- 65시간 산정 근거는 요구사항 확정 6시간, 기존 화면 분석 6시간, 항목 조사 6시간,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설계 4시간, 코딩 16~24시간, 화면 기능 8시간, 테스트 8시간, 문서 4시간입니다.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배운 점 세 가지입니다.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첫째, 모르는 것은 추측하지 않고 먼저 확인했습니다. 가장 위험한 건 오류가 아니라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오류 없이 조용히 틀린 숫자입니다. 확인용 프로그램 하나로 막았습니다.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둘째, 되돌아간 4번은 원인이 하나였습니다. SAP 화면에서 사람이 손으로 만들어야 하는 부분의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입력값을 표로 주지 않았던 것입니다. 규칙에 넣어 다시 생기지 않게 했습니다.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셋째, 세 번째 프로그램부터 본격적인 이득입니다. 규칙을 쌓는 초기 투자가 이미 끝났습니다.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- 마지막으로 주의사항입니다. 65시간은 통상 생산성 기준의 추정값입니다.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사내 유사 개발 실적이 있으면 그 값으로 바꿔야 정확합니다.</a:t>
            </a:r>
          </a:p>
          <a:p>
            <a:r>
              <a:rPr sz="11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  대기·협의·승인·이송 시간은 포함하지 않은 순작업 기준입니다.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 / 4 ·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SAP 재고 조회 프로그램을 AI로 만들었습니다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결론부터 — 사람이 8일 걸릴 일을 4시간 30분에 끝냈습니다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10820095" cy="20116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" y="2121408"/>
            <a:ext cx="3337560" cy="1755648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121408"/>
            <a:ext cx="50292" cy="1755648"/>
          </a:xfrm>
          <a:prstGeom prst="rect">
            <a:avLst/>
          </a:prstGeom>
          <a:solidFill>
            <a:srgbClr val="B43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96696" y="234086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43C0A"/>
                </a:solidFill>
                <a:latin typeface="Malgun Gothic"/>
                <a:ea typeface="Malgun Gothic"/>
                <a:cs typeface="Malgun Gothic"/>
              </a:rPr>
              <a:t>사람이 직접 만들면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67919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B43C0A"/>
                </a:solidFill>
                <a:latin typeface="Malgun Gothic"/>
                <a:ea typeface="Malgun Gothic"/>
                <a:cs typeface="Malgun Gothic"/>
              </a:rPr>
              <a:t>65시간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340156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약 8일치 일거리   (추정)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121408"/>
            <a:ext cx="3337560" cy="175564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425696" y="2121408"/>
            <a:ext cx="50292" cy="1755648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36592" y="234086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이번 AI 작업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67919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4시간 30분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40156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실제 작업 시간   (실측)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2121408"/>
            <a:ext cx="3337560" cy="1755648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165592" y="2121408"/>
            <a:ext cx="50292" cy="1755648"/>
          </a:xfrm>
          <a:prstGeom prst="rect">
            <a:avLst/>
          </a:prstGeom>
          <a:solidFill>
            <a:srgbClr val="14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76488" y="2340864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6B4B"/>
                </a:solidFill>
                <a:latin typeface="Malgun Gothic"/>
                <a:ea typeface="Malgun Gothic"/>
                <a:cs typeface="Malgun Gothic"/>
              </a:rPr>
              <a:t>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67919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46B4B"/>
                </a:solidFill>
                <a:latin typeface="Malgun Gothic"/>
                <a:ea typeface="Malgun Gothic"/>
                <a:cs typeface="Malgun Gothic"/>
              </a:rPr>
              <a:t>약 14배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340156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빠르게 끝났습니다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70248"/>
            <a:ext cx="91440" cy="91440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1832" y="41879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만든 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4187952"/>
            <a:ext cx="8991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재고 현황을 단계별로 펼쳐보는 조회 화면 1개 — ZMM_STOCK_TREE01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754880"/>
            <a:ext cx="91440" cy="91440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41832" y="467258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규모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672584"/>
            <a:ext cx="8991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프로그램 1,479줄 + 설명 문서 약 3,000줄 + 화면 그림 3장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39512"/>
            <a:ext cx="91440" cy="91440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1832" y="51572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진행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157216"/>
            <a:ext cx="8991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이틀. 다른 업무와 병행했고, 실제 작업 시간만 4시간 30분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724144"/>
            <a:ext cx="91440" cy="91440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41832" y="56418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오류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641848"/>
            <a:ext cx="8991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SAP에 넣은 뒤 발견된 오류 5건 — 모두 해결 완료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6053328"/>
            <a:ext cx="1082009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AI는 SAP에 접속하지 않습니다. 설계·코드·문서는 AI가 만들고, SAP 입력과 테스트는 사람이 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 / 4 · 진행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묻고 답하며 5단계로 진행했습니다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코드부터 쓰지 않았습니다. 확인된 것만 코드에 넣었습니다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10820095" cy="20116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" y="2139696"/>
            <a:ext cx="1944563" cy="24871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2139696"/>
            <a:ext cx="1944563" cy="502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32257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88336"/>
            <a:ext cx="15422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무엇을 만들지</a:t>
            </a:r>
          </a:p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묻기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01568"/>
            <a:ext cx="15422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질문 26개를 주고받았습니다.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모른다고 답한 6개는 추측값으로 메우고 '추정'이라고 표시했습니다.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4683" y="2139696"/>
            <a:ext cx="1944563" cy="24871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904683" y="2139696"/>
            <a:ext cx="1944563" cy="502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05851" y="232257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5851" y="2688336"/>
            <a:ext cx="15422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화면 그림을</a:t>
            </a:r>
          </a:p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먼저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5851" y="3401568"/>
            <a:ext cx="15422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코드를 쓰기 전에 화면 그림을 그려 보여드리고 확인받았습니다.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합계 계산 방식도 3가지 안을 비교해 골랐습니다.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3566" y="2139696"/>
            <a:ext cx="1944563" cy="24871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23566" y="2139696"/>
            <a:ext cx="1944563" cy="502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24734" y="232257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4734" y="2688336"/>
            <a:ext cx="15422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실제 항목명</a:t>
            </a:r>
          </a:p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4734" y="3401568"/>
            <a:ext cx="15422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확인용 작은 프로그램을 먼저 만들어 드렸습니다.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재고 테이블 7개를 직접 조회해 항목명 24개를 확정했습니다.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2449" y="2139696"/>
            <a:ext cx="1944563" cy="24871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42449" y="2139696"/>
            <a:ext cx="1944563" cy="502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43617" y="232257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617" y="2688336"/>
            <a:ext cx="15422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전체 코드</a:t>
            </a:r>
          </a:p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작성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617" y="3401568"/>
            <a:ext cx="15422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1,479줄을 한 번에 받아 SAP에 붙여넣었습니다.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주석은 한국어와 영어를 함께 달았습니다.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61332" y="2139696"/>
            <a:ext cx="1944563" cy="2487168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9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561332" y="2139696"/>
            <a:ext cx="1944563" cy="502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62500" y="2322576"/>
            <a:ext cx="365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2500" y="2688336"/>
            <a:ext cx="154222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오류 고치고</a:t>
            </a:r>
          </a:p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화면 만들기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2500" y="3401568"/>
            <a:ext cx="1542227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9번 주고받으며 오류 5건을 고치고, SAP 화면·버튼·라벨 정의를 받았습니다.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64608"/>
            <a:ext cx="10820095" cy="1078992"/>
          </a:xfrm>
          <a:prstGeom prst="roundRect">
            <a:avLst>
              <a:gd name="adj" fmla="val 5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85800" y="4864608"/>
            <a:ext cx="50292" cy="1078992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8" y="5047488"/>
            <a:ext cx="102348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핵심 — 모르는 것을 추측해서 코드에 넣지 않았습니다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" y="5376672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확인용 프로그램을 먼저 돌린 덕분에, 추측으로는 알 수 없는 4가지를 미리 걸러냈습니다 — 없는 항목 2건, 수량이 두 번 더해질 위험 1건, 금액 계산식 1건.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6053328"/>
            <a:ext cx="1082009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1~3단계는 첫째 날, 4~5단계는 둘째 날에 진행했습니다.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3 / 4 · 수치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숫자로 보면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주고받은 43번 중 72%는 제대로 진행된 대화였습니다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10820095" cy="20116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주고받은 횟수  43번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제대로 진행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601468"/>
            <a:ext cx="1920240" cy="219456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926080" y="2601468"/>
            <a:ext cx="1920240" cy="219456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37760" y="257860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31번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52927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7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오류 고치기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3177539"/>
            <a:ext cx="1920240" cy="219456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926080" y="3177539"/>
            <a:ext cx="309716" cy="219456"/>
          </a:xfrm>
          <a:prstGeom prst="rect">
            <a:avLst/>
          </a:prstGeom>
          <a:solidFill>
            <a:srgbClr val="B43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37760" y="3154679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B43C0A"/>
                </a:solidFill>
                <a:latin typeface="Malgun Gothic"/>
                <a:ea typeface="Malgun Gothic"/>
                <a:cs typeface="Malgun Gothic"/>
              </a:rPr>
              <a:t>5번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28999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307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AI가 빠뜨려 다시 요청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753612"/>
            <a:ext cx="1920240" cy="219456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926080" y="3753612"/>
            <a:ext cx="247772" cy="219456"/>
          </a:xfrm>
          <a:prstGeom prst="rect">
            <a:avLst/>
          </a:prstGeom>
          <a:solidFill>
            <a:srgbClr val="B43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937760" y="37307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B43C0A"/>
                </a:solidFill>
                <a:latin typeface="Malgun Gothic"/>
                <a:ea typeface="Malgun Gothic"/>
                <a:cs typeface="Malgun Gothic"/>
              </a:rPr>
              <a:t>4번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05072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3068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헛턴 (다시 출력 요청 등)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329684"/>
            <a:ext cx="1920240" cy="219456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2926080" y="4329684"/>
            <a:ext cx="185829" cy="219456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937760" y="430682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3번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581144"/>
            <a:ext cx="1920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92624"/>
            <a:ext cx="4754880" cy="914400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60120" y="51755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오류 5건이 나온 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86400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5건 중 3건이 '화면에 표를 펼쳐 보여주는 기능'의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사용법을 알아내는 과정에서 나왔습니다.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084831"/>
            <a:ext cx="565373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만든 것 · 다룬 범위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468879"/>
            <a:ext cx="5653735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035040" y="2569463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프로그램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542032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1,479줄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69463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이 중 주석이 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145535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설명 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800" y="3118103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약 3,000줄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145535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화면·항목 정의 포함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52160" y="3621024"/>
            <a:ext cx="5653735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035040" y="3721608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 그림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3694176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3장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721608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미리 보여드린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4297680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조회 테이블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4270248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11개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297680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항목 24개 직접 확인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4773168"/>
            <a:ext cx="5653735" cy="54864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035040" y="48737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실행 결과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846320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재고 69만 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4873752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화면에는 7,339줄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449824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저장한 교훈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5422392"/>
            <a:ext cx="15544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7건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5449824"/>
            <a:ext cx="2133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다음 작업에 자동 반영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6053328"/>
            <a:ext cx="1082009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되돌아간 12번(28%) 중 4번은 AI가 'SAP 화면에서 손으로 만들 부분'의 입력값을 표로 주지 않아 생긴 것입니다. 규칙에 추가해 막았습니다.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8200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4 / 4 ·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76656"/>
            <a:ext cx="1082009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시간 비교와 배운 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선행 투자가 끝났으므로, 다음 프로그램은 더 빨라집니다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847088"/>
            <a:ext cx="10820095" cy="20116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084831"/>
            <a:ext cx="5257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같은 프로그램을 만드는 데 걸리는 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15184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사람이 직접 (AI 없이)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944368"/>
            <a:ext cx="3657600" cy="274320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85800" y="2944368"/>
            <a:ext cx="3657600" cy="274320"/>
          </a:xfrm>
          <a:prstGeom prst="rect">
            <a:avLst/>
          </a:prstGeom>
          <a:solidFill>
            <a:srgbClr val="B43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53128" y="29260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B43C0A"/>
                </a:solidFill>
                <a:latin typeface="Malgun Gothic"/>
                <a:ea typeface="Malgun Gothic"/>
                <a:cs typeface="Malgun Gothic"/>
              </a:rPr>
              <a:t>65시간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39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추정 · 범위 40~100시간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30752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이번 AI 작업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59936"/>
            <a:ext cx="3657600" cy="274320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85800" y="4059936"/>
            <a:ext cx="258845" cy="274320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53128" y="4041648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4시간 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07408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실측 · 이틀에 걸쳐 병행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46320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같은 것을 다시 만들면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75504"/>
            <a:ext cx="3657600" cy="274320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5175504"/>
            <a:ext cx="168812" cy="274320"/>
          </a:xfrm>
          <a:prstGeom prst="rect">
            <a:avLst/>
          </a:prstGeom>
          <a:solidFill>
            <a:srgbClr val="14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53128" y="515721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6B4B"/>
                </a:solidFill>
                <a:latin typeface="Malgun Gothic"/>
                <a:ea typeface="Malgun Gothic"/>
                <a:cs typeface="Malgun Gothic"/>
              </a:rPr>
              <a:t>3시간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22976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추정 · 교훈 7건이 이미 반영됨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084831"/>
            <a:ext cx="50136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배운 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578608"/>
            <a:ext cx="5013655" cy="1042415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492240" y="2578608"/>
            <a:ext cx="50292" cy="1042415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6288" y="273405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5472" y="2734056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모르는 것은 먼저 확인했습니다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5472" y="3063239"/>
            <a:ext cx="40992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가장 위험한 것은 오류가 아니라 '오류 없이 조용히 틀린 숫자'입니다. 확인용 프로그램 1개로 막았습니다.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767328"/>
            <a:ext cx="5013655" cy="1042415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92240" y="3767328"/>
            <a:ext cx="50292" cy="1042415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76288" y="392277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3922776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되돌아간 4번은 원인이 하나였습니다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251960"/>
            <a:ext cx="40992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SAP 화면에서 손으로 만드는 부분의 입력값을 표로 주지 않았습니다. 규칙에 넣어 다시 생기지 않게 했습니다.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4956048"/>
            <a:ext cx="5013655" cy="1042415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492240" y="4956048"/>
            <a:ext cx="50292" cy="1042415"/>
          </a:xfrm>
          <a:prstGeom prst="rect">
            <a:avLst/>
          </a:prstGeom>
          <a:solidFill>
            <a:srgbClr val="134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6288" y="51114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34E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5111496"/>
            <a:ext cx="40992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세 번째 프로그램부터 본격적인 이득입니다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5440680"/>
            <a:ext cx="40992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규칙과 교훈을 쌓는 초기 투자가 끝났습니다. 반복할수록 시간 차이가 커집니다.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053328"/>
            <a:ext cx="10820095" cy="16459"/>
          </a:xfrm>
          <a:prstGeom prst="rect">
            <a:avLst/>
          </a:prstGeom>
          <a:solidFill>
            <a:srgbClr val="D9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5800" y="6199632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주의 — 65시간은 통상 생산성 기준의 추정값입니다. 사내 유사 개발 실적이 있으면 그 값으로 바꿔야 정확합니다. 대기·협의·승인·이송 시간은 포함하지 않았습니다.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