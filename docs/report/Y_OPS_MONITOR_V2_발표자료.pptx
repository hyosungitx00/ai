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AI 활용 개발 성과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>
                <a:solidFill>
                  <a:srgbClr val="142A54"/>
                </a:solidFill>
                <a:latin typeface="Malgun Gothic"/>
              </a:rPr>
              <a:t>Cursor(AI)로 개발한</a:t>
            </a:r>
          </a:p>
          <a:p>
            <a:pPr>
              <a:spcBef>
                <a:spcPts val="400"/>
              </a:spcBef>
            </a:pPr>
            <a:r>
              <a:rPr sz="4000" b="1">
                <a:solidFill>
                  <a:srgbClr val="142A54"/>
                </a:solidFill>
                <a:latin typeface="Malgun Gothic"/>
              </a:rPr>
              <a:t>통합 운영 모니터링 대시보드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94760"/>
            <a:ext cx="2011680" cy="635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5A5A5A"/>
                </a:solidFill>
                <a:latin typeface="Malgun Gothic"/>
              </a:rPr>
              <a:t>SM37(배치) · ST22(런타임 덤프) · SXI(인터페이스) 3개 점검을 하나로 통합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5A5A5A"/>
                </a:solidFill>
                <a:latin typeface="Malgun Gothic"/>
              </a:rPr>
              <a:t>AI 페어프로그래밍을 통한 설계·구현·검증 생산성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통합 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읽기 전용(안전)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AI 페어프로그래밍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5A5A5A"/>
                </a:solidFill>
                <a:latin typeface="Malgun Gothic"/>
              </a:rPr>
              <a:t>SAP S/4HANA · ABAP  |  개발도구: Cursor(AI)  |  경영진 보고용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01 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3개 점검 화면을 1개 통합 대시보드로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42976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5A5A5A"/>
                </a:solidFill>
                <a:latin typeface="Malgun Gothic"/>
              </a:rPr>
              <a:t>AS-IS  (현행)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833"/>
                </a:solidFill>
                <a:latin typeface="Malgun Gothic"/>
              </a:rPr>
              <a:t>매일 3개 트랜잭션을 개별 실행·확인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SM37  배치 잡 에러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ST22  런타임 덤프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SXI_MONITOR  인터페이스 에러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C0392B"/>
                </a:solidFill>
                <a:latin typeface="Malgun Gothic"/>
              </a:rPr>
              <a:t>→ 화면 전환 잦음 · 점검 누락/지연 위험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212080" y="3108960"/>
            <a:ext cx="1234440" cy="868680"/>
          </a:xfrm>
          <a:prstGeom prst="rightArrow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29400" y="1965960"/>
            <a:ext cx="4800600" cy="310896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E8A31C"/>
                </a:solidFill>
                <a:latin typeface="Malgun Gothic"/>
              </a:rPr>
              <a:t>TO-BE  (개선)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FFFFF"/>
                </a:solidFill>
                <a:latin typeface="Malgun Gothic"/>
              </a:rPr>
              <a:t>단일 트랜잭션 통합 대시보드 (읽기 전용)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상단 : 영역별 신호등 + 건수 요약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중간 : 영역별 에러 집중도 차트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하단 : 상세 목록 + 더블클릭 상세 이동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FFD97A"/>
                </a:solidFill>
                <a:latin typeface="Malgun Gothic"/>
              </a:rPr>
              <a:t>→ 한눈에 파악 · 점검시간 단축 · 누락 방지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본 보고의 초점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개발 결과물 자체보다, 개발 전 과정(설계·구현·검증)에 AI(Cursor)를 활용해 얻은 생산성·품질 효과에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02  HOW WE USED AI (CURSOR)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AI(Cursor)를 개발 전 과정에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①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설계 문서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설계서 작성·개정과 결정/미결과제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이력 관리를 대화로 진행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8872" cy="1783080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149E8A"/>
                </a:solidFill>
                <a:latin typeface="Malgun Gothic"/>
              </a:rPr>
              <a:t>②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자료 분석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권한 추적(STAUTHTRACE) 엑셀을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직접 분석 → 필요 권한 자동 도출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118872" cy="1783080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01584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E8A31C"/>
                </a:solidFill>
                <a:latin typeface="Malgun Gothic"/>
              </a:rPr>
              <a:t>③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표준 기능 조사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SAP 표준 기능·사용법을 즉시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조사·확인(수작업 탐색 대체)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783080"/>
            <a:ext cx="118872" cy="1783080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2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④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개발–검증 반복 루프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코드 생성 → 오류 진단 → 즉시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수정을 빠르게 반복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22192"/>
            <a:ext cx="118872" cy="1783080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3822192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149E8A"/>
                </a:solidFill>
                <a:latin typeface="Malgun Gothic"/>
              </a:rPr>
              <a:t>⑤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표준·규칙 자동 준수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“읽기 전용”·명명규칙 등 사내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표준을 규칙으로 상시 적용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822192"/>
            <a:ext cx="118872" cy="1783080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1584" y="3822192"/>
            <a:ext cx="3456432" cy="178308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wrap="square"/>
          <a:lstStyle/>
          <a:p>
            <a:pPr algn="ctr">
              <a:spcBef>
                <a:spcPts val="0"/>
              </a:spcBef>
            </a:pPr>
            <a:r>
              <a:rPr sz="1350" b="1">
                <a:solidFill>
                  <a:srgbClr val="FFFFFF"/>
                </a:solidFill>
                <a:latin typeface="Malgun Gothic"/>
              </a:rPr>
              <a:t>AI가 “조사–초안–수정”을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E8A31C"/>
                </a:solidFill>
                <a:latin typeface="Malgun Gothic"/>
              </a:rPr>
              <a:t>대신하고, 개발자는 검토·의사결정에 집중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03  EFFICIENCY &amp;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효율성 · 성과 (정성 위주 · 추정)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설계–구현–검토를 한 흐름으로 진행(맥락 유지)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요구 변경 즉시 반영 → 완성도 조기 확보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6432" cy="566928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개발 생산성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표준 기능/사용법 조사를 대화로 즉시 해결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문서 탐색 시간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456432" cy="566928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리서치 부담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사내 표준의 일관 적용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휴먼 에러 · 재작업 감소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1783080"/>
            <a:ext cx="3456432" cy="566928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품질 · 표준 준수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10908792" cy="155448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2E5BFF"/>
                </a:solidFill>
                <a:latin typeface="Malgun Gothic"/>
              </a:rPr>
              <a:t>효과 규모 (추정)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설계 문서화 · 표준 API 조사 · 오류 수정 사이클 시간이 수작업 대비 크게 단축된 것으로 추정됩니다.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5A5A5A"/>
                </a:solidFill>
                <a:latin typeface="Malgun Gothic"/>
              </a:rPr>
              <a:t>※ 정량 수치는 향후 개발 소요시간 전/후 비교로 실측하여 보완 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04  IMPACT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기대 효과 및 향후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492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77240" wrap="square"/>
          <a:lstStyle/>
          <a:p>
            <a:pPr algn="ctr">
              <a:spcBef>
                <a:spcPts val="8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운영 점검 시간 단축 · 점검 누락 방지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읽기 전용 설계로 운영 안전성 확보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AI 페어프로그래밍의 사내 개발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    생산성 향상 가능성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기대 효과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492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77240" wrap="square"/>
          <a:lstStyle/>
          <a:p>
            <a:pPr algn="ctr">
              <a:spcBef>
                <a:spcPts val="8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검증본 정식 오브젝트화 및 기능 고도화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정량 효과 실측(개발 소요시간 전/후 비교)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타 개발 과제로 AI 활용 확대 적용 검토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349240" cy="566928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향후 계획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29200"/>
            <a:ext cx="10881360" cy="105156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wrap="square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E8A31C"/>
                </a:solidFill>
                <a:latin typeface="Malgun Gothic"/>
              </a:rPr>
              <a:t>핵심 메시지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운영 점검의 통합·자동화 + AI 페어프로그래밍으로 개발 생산성을 높였습니다.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