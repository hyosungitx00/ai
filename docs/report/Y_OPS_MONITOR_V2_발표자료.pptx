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19456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algun Gothic"/>
              </a:rPr>
              <a:t>통합 운영 모니터링 프로그램 개발</a:t>
            </a:r>
          </a:p>
          <a:p>
            <a:r>
              <a:rPr sz="1800" b="0">
                <a:solidFill>
                  <a:srgbClr val="D5DEF5"/>
                </a:solidFill>
                <a:latin typeface="Malgun Gothic"/>
              </a:rPr>
              <a:t>SM37(배치) · ST22(런타임 덤프) · SXI_MONITOR(인터페이스) 통합 대시보드
AI 페어프로그래밍(Cursor) 기반 설계·구현 성과 보고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Malgun Gothic"/>
              </a:rPr>
              <a:t>SAP S/4HANA · ABAP (SAP GUI, OO ALV, IGS Chart) · 개발 도구: Cursor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algun Gothic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1. 프로젝트 배경 및 목표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2. 시스템 아키텍처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3. 주요 기능 및 화면 구성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4. 진행 경과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5. Cursor(AI) 활용 방식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6. 효율성 · 성과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7. 기대 효과 및 향후 계획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algun Gothic"/>
              </a:rPr>
              <a:t>1. 프로젝트 배경 및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배경 — 운영 점검의 비효율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운영자가 매일 SM37/ST22/SXI_MONITOR 3개 트랜잭션을 개별 실행·확인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화면 전환이 잦고, 점검 누락 및 대응 지연 위험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목표 — 단일 화면 통합 모니터링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3개 영역 에러 현황을 하나의 대시보드에서 동시 가시화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요약(신호등) + 집중도 차트 + 상세 목록 + 상세 화면 즉시 이동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핵심 원칙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읽기 전용(Read-Only): 데이터 변경/COMMIT/재처리 전면 금지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표준 테이블/표준 FM만 사용, 드릴다운은 표시(Display) 모드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확장성: 인터페이스 기반 모듈화(신규 영역 = 프로바이더 추가)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algun Gothic"/>
              </a:rPr>
              <a:t>2. 시스템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설계 패턴 — 관심사 분리 + 전략(Strategy) 패턴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선택화면 → 컨트롤러 → (영역별 데이터 프로바이더) → 집계 → 대시보드 UI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구성 요소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ZIF_MON_DATA_PROVIDER : 데이터 조회 공통 계약(인터페이스)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DP_BATCH / DP_DUMP / DP_INTERFACE : SM37 / ST22 / SXI 조회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CONTROLLER : 프로바이더 레지스트리·오케스트레이션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AGGREGATOR : 영역별 Top-N / 시간대별 추이 집계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UI_DASHBOARD : Splitter + 요약 + 차트(IGS) + 3분할 ALV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NAVIGATOR : 표준 상세화면 드릴다운(표시 전용) 캡슐화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데이터 소스(표준)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SM37: TBTCO/TBTCP · ST22: RS_ST22_GET_DUMPS · SXI: SXMSPERROR 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algun Gothic"/>
              </a:rPr>
              <a:t>3. 주요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통합 대시보드 (단일 트랜잭션)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상단: 영역별 신호등(3단계) + 건수 + 조회기간 한눈 요약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중간: 영역별 개별 그래픽 차트(IGS) — Top-N 집중도 / 시간대별 추이 토글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하단: SM37/ST22/SXI 3분할 ALV(영역 고정색 강조)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조회·필터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조회기간(기본 −24H), 영역 On/Off, 잡명/사용자/인터페이스명 필터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자정 경계·타임존(UTC↔로컬) 정확 처리, 결과 상한 안내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상호작용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라인 더블클릭 → 해당 건 상세 로그로 직접 이동(잡로그/덤프/메시지)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새로고침(REFRESH) · 자동 새로고침 · 관점 전환(TOGGLE)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보안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영역별 권한 체크 후 없으면 해당 영역만 스킵(타 영역 정상)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algun Gothic"/>
              </a:rPr>
              <a:t>4. 진행 경과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설계 (문서화)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상세 설계서 작성 v0.1 → v0.4 (요구사항·데이터소스·화면·로직·권한·테스트)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Open Issue(O-1~O-11) 추적·확정 관리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권한 객체 확정 (O-7)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STAUTHTRACE 추적 결과로 실제 체크 객체 확정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SM37 S_BTCH_JOB · ST22 S_ABAPDUMP(후보 S_ADMI_FCD 정정) · SXI S_XMB_MONI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구현 (로컬 우선 방식)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단일 실행형 리포트 + 로컬 클래스로 우선 검증 → 이후 글로벌 분리 예정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대시보드/차트/드릴다운/새로고침 등 반복 개선(iteration)으로 완성도 향상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algun Gothic"/>
              </a:rPr>
              <a:t>5. Cursor(AI) 활용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설계 문서 자동 작성·개정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설계서 구조화, 결정사항/Open Issue 반영, 버전 이력 자동 관리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자료 분석 자동화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STAUTHTRACE 엑셀을 직접 파싱 → 권한 객체/필드/값 자동 도출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표준 API 조사 자동화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웹/문서 검색으로 표준 FM·클래스 시그니처 확인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RS_SNAP_DUMP_DISPLAY, SXMB_DISPLAY_MESSAGE_MONITOR, CL_GUI_CHART_ENGINE(XML)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반복 개발 루프(설계→코딩→오류수정)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구문/형식 오류를 즉시 진단·수정(파라미터명, 형식호환, IGS XML 등)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전체 소스 일괄 생성·출력, 복사-붙여넣기 지원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표준·규칙 자동 적용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읽기전용 원칙·명명규칙을 프로젝트 규칙(Rules/Skills)으로 상시 적용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algun Gothic"/>
              </a:rPr>
              <a:t>6. 효율성 · 성과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정성적 효과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설계-구현-검토를 한 흐름으로: 문서/코드/오류대응 컨텍스트 유지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표준 오브젝트(FM/권한객체) 탐색을 대화로 즉시 해결 → 리서치 부담 대폭 감소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읽기전용·명명규칙 등 사내 표준을 일관 적용(휴먼 에러 감소)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아키텍처(인터페이스 기반) 유지로 신규 영역 확장 용이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정량적 효과(추정)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설계서 작성/개정 시간 대폭 단축(수작업 대비)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표준 API/파라미터 조사 시간 절감(문서 탐색 → 대화형 확인)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오류 수정 사이클(원인 파악→수정) 단축, 반복 개선 회수↑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산출물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설계서 v0.4, 실행형 리포트 소스, 빌드 가이드(화면/상태/텍스트), 권한 확정표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algun Gothic"/>
              </a:rPr>
              <a:t>7. 기대 효과 및 향후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기대 효과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일일 운영 점검 시간 단축 및 점검 누락 방지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에러 집중도(Top-N)·추이로 반복 원인 신속 식별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읽기전용 보장으로 운영 안전성 확보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향후 계획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로컬 클래스 → 글로벌 오브젝트(DDIC/클래스/메시지클래스/트랜잭션) 분리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IGS 그래픽 차트 고도화(색상 규약·값 라벨), 다국어(메시지클래스) 적용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자동 새로고침 관제 모드, 임계치 알림(운영 정책 검토)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신규 모니터링 영역 확장(SM21/RZ20 등) — 프로바이더 추가만으로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algun Gothic"/>
              </a:rPr>
              <a:t>맺음말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8813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요약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3개 운영 영역을 단일 읽기전용 대시보드로 통합, 상세 즉시 이동 제공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Cursor(AI) 활용으로 설계·구현·검증을 가속하고 표준 준수를 강화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1F3564"/>
                </a:solidFill>
                <a:latin typeface="Malgun Gothic"/>
              </a:rPr>
              <a:t>핵심 메시지</a:t>
            </a:r>
          </a:p>
          <a:p>
            <a:pPr lvl="1">
              <a:spcBef>
                <a:spcPts val="200"/>
              </a:spcBef>
            </a:pPr>
            <a:r>
              <a:rPr sz="1450" b="0">
                <a:solidFill>
                  <a:srgbClr val="222222"/>
                </a:solidFill>
                <a:latin typeface="Malgun Gothic"/>
              </a:rPr>
              <a:t>"운영 점검의 통합·자동화 + AI 페어프로그래밍으로 개발 생산성 향상"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