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03120"/>
            <a:ext cx="12191695" cy="22860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Malgun Gothic"/>
              </a:rPr>
              <a:t>AI(Cursor) 활용 개발 성과 보고</a:t>
            </a:r>
          </a:p>
          <a:p>
            <a:r>
              <a:rPr sz="1700" b="0">
                <a:solidFill>
                  <a:srgbClr val="D5DEF5"/>
                </a:solidFill>
                <a:latin typeface="Malgun Gothic"/>
              </a:rPr>
              <a:t>통합 운영 모니터링(SM37·ST22·SXI) 개발을 통한 AI 페어프로그래밍 효율성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Malgun Gothic"/>
              </a:rPr>
              <a:t>SAP S/4HANA · ABAP  |  개발도구: Cursor(AI)  |  경영진 보고용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algun Gothic"/>
              </a:rPr>
              <a:t>1. 프로젝트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700" b="1">
                <a:solidFill>
                  <a:srgbClr val="2E5BFF"/>
                </a:solidFill>
                <a:latin typeface="Malgun Gothic"/>
              </a:rPr>
              <a:t>▸ 무엇을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222222"/>
                </a:solidFill>
                <a:latin typeface="Malgun Gothic"/>
              </a:rPr>
              <a:t>운영자가 매일 개별 확인하던 3개 점검 화면(배치/런타임덤프/인터페이스)을 단일 대시보드로 통합(읽기 전용).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2E5BFF"/>
                </a:solidFill>
                <a:latin typeface="Malgun Gothic"/>
              </a:rPr>
              <a:t>▸ 왜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222222"/>
                </a:solidFill>
                <a:latin typeface="Malgun Gothic"/>
              </a:rPr>
              <a:t>점검 시간 단축·누락 방지, 반복 원인 신속 식별.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2E5BFF"/>
                </a:solidFill>
                <a:latin typeface="Malgun Gothic"/>
              </a:rPr>
              <a:t>▸ 보고의 초점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222222"/>
                </a:solidFill>
                <a:latin typeface="Malgun Gothic"/>
              </a:rPr>
              <a:t>결과물 자체보다, AI(Cursor)를 개발 전 과정에 활용해 얻은 생산성·품질 효과를 보고.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algun Gothic"/>
              </a:rPr>
              <a:t>2. AI(Cursor) 활용 방식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700" b="1">
                <a:solidFill>
                  <a:srgbClr val="2E5BFF"/>
                </a:solidFill>
                <a:latin typeface="Malgun Gothic"/>
              </a:rPr>
              <a:t>▸ 설계 문서 자동화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222222"/>
                </a:solidFill>
                <a:latin typeface="Malgun Gothic"/>
              </a:rPr>
              <a:t>설계서 작성·개정, 결정사항/미결과제 이력 관리를 대화로 진행.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2E5BFF"/>
                </a:solidFill>
                <a:latin typeface="Malgun Gothic"/>
              </a:rPr>
              <a:t>▸ 자료 분석 자동화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222222"/>
                </a:solidFill>
                <a:latin typeface="Malgun Gothic"/>
              </a:rPr>
              <a:t>권한 추적 결과(STAUTHTRACE 엑셀)를 직접 분석해 필요한 권한을 자동 도출.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2E5BFF"/>
                </a:solidFill>
                <a:latin typeface="Malgun Gothic"/>
              </a:rPr>
              <a:t>▸ 표준 기능 조사 자동화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222222"/>
                </a:solidFill>
                <a:latin typeface="Malgun Gothic"/>
              </a:rPr>
              <a:t>개발에 필요한 SAP 표준 기능/사용법을 즉시 조사·확인(수작업 문서 탐색 대체).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2E5BFF"/>
                </a:solidFill>
                <a:latin typeface="Malgun Gothic"/>
              </a:rPr>
              <a:t>▸ 개발-검증 반복 루프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222222"/>
                </a:solidFill>
                <a:latin typeface="Malgun Gothic"/>
              </a:rPr>
              <a:t>코드 생성 → 오류 진단 → 즉시 수정을 빠르게 반복하여 완성도 향상.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2E5BFF"/>
                </a:solidFill>
                <a:latin typeface="Malgun Gothic"/>
              </a:rPr>
              <a:t>▸ 표준·규칙 자동 준수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222222"/>
                </a:solidFill>
                <a:latin typeface="Malgun Gothic"/>
              </a:rPr>
              <a:t>“읽기 전용”·명명규칙 등 사내 개발 표준을 규칙으로 상시 자동 적용.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algun Gothic"/>
              </a:rPr>
              <a:t>3. 효율성 · 성과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700" b="1">
                <a:solidFill>
                  <a:srgbClr val="2E5BFF"/>
                </a:solidFill>
                <a:latin typeface="Malgun Gothic"/>
              </a:rPr>
              <a:t>▸ 개발 생산성 (정성)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222222"/>
                </a:solidFill>
                <a:latin typeface="Malgun Gothic"/>
              </a:rPr>
              <a:t>설계–구현–검토를 하나의 흐름으로 진행(맥락 유지) → 진행 속도 향상.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222222"/>
                </a:solidFill>
                <a:latin typeface="Malgun Gothic"/>
              </a:rPr>
              <a:t>반복 개선(요구 변경 즉시 반영) 회수 증가로 완성도 조기 확보.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2E5BFF"/>
                </a:solidFill>
                <a:latin typeface="Malgun Gothic"/>
              </a:rPr>
              <a:t>▸ 리서치 부담 감소 (정성)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222222"/>
                </a:solidFill>
                <a:latin typeface="Malgun Gothic"/>
              </a:rPr>
              <a:t>표준 기능/사용법 조사를 대화로 즉시 해결 → 탐색 시간 절감.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2E5BFF"/>
                </a:solidFill>
                <a:latin typeface="Malgun Gothic"/>
              </a:rPr>
              <a:t>▸ 품질·표준 준수 (정성)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222222"/>
                </a:solidFill>
                <a:latin typeface="Malgun Gothic"/>
              </a:rPr>
              <a:t>사내 표준의 일관 적용으로 휴먼 에러·재작업 감소.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2E5BFF"/>
                </a:solidFill>
                <a:latin typeface="Malgun Gothic"/>
              </a:rPr>
              <a:t>▸ 효과 규모 (추정)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222222"/>
                </a:solidFill>
                <a:latin typeface="Malgun Gothic"/>
              </a:rPr>
              <a:t>설계 문서화·표준 조사·오류 수정 사이클 시간이 수작업 대비 크게 단축(추정).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222222"/>
                </a:solidFill>
                <a:latin typeface="Malgun Gothic"/>
              </a:rPr>
              <a:t>※ 정량 수치는 향후 실측하여 보완 예정.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algun Gothic"/>
              </a:rPr>
              <a:t>4. 기대 효과 및 향후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700" b="1">
                <a:solidFill>
                  <a:srgbClr val="2E5BFF"/>
                </a:solidFill>
                <a:latin typeface="Malgun Gothic"/>
              </a:rPr>
              <a:t>▸ 기대 효과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222222"/>
                </a:solidFill>
                <a:latin typeface="Malgun Gothic"/>
              </a:rPr>
              <a:t>운영 점검 시간 단축·누락 방지, 운영 안전성(읽기 전용) 확보.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222222"/>
                </a:solidFill>
                <a:latin typeface="Malgun Gothic"/>
              </a:rPr>
              <a:t>AI 페어프로그래밍의 사내 개발 생산성 향상 가능성 확인.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2E5BFF"/>
                </a:solidFill>
                <a:latin typeface="Malgun Gothic"/>
              </a:rPr>
              <a:t>▸ 향후 계획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222222"/>
                </a:solidFill>
                <a:latin typeface="Malgun Gothic"/>
              </a:rPr>
              <a:t>검증본 정식 오브젝트화 및 기능 고도화.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222222"/>
                </a:solidFill>
                <a:latin typeface="Malgun Gothic"/>
              </a:rPr>
              <a:t>정량 효과 실측(개발 소요시간 전/후 비교) 및 타 과제 확대 적용 검토.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