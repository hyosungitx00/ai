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6"/>
  </p:notesMasterIdLst>
  <p:sldIdLst>
    <p:sldId id="256" r:id="rId2"/>
    <p:sldId id="257" r:id="rId3"/>
    <p:sldId id="258" r:id="rId4"/>
    <p:sldId id="262" r:id="rId5"/>
    <p:sldId id="259" r:id="rId6"/>
    <p:sldId id="260" r:id="rId7"/>
    <p:sldId id="265" r:id="rId8"/>
    <p:sldId id="263" r:id="rId9"/>
    <p:sldId id="264" r:id="rId10"/>
    <p:sldId id="261" r:id="rId11"/>
    <p:sldId id="273" r:id="rId12"/>
    <p:sldId id="269" r:id="rId13"/>
    <p:sldId id="272" r:id="rId14"/>
    <p:sldId id="279" r:id="rId15"/>
    <p:sldId id="274" r:id="rId16"/>
    <p:sldId id="277" r:id="rId17"/>
    <p:sldId id="275" r:id="rId18"/>
    <p:sldId id="276" r:id="rId19"/>
    <p:sldId id="278" r:id="rId20"/>
    <p:sldId id="268" r:id="rId21"/>
    <p:sldId id="270" r:id="rId22"/>
    <p:sldId id="280" r:id="rId23"/>
    <p:sldId id="281" r:id="rId24"/>
    <p:sldId id="282" r:id="rId2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776"/>
    <a:srgbClr val="8FAADC"/>
    <a:srgbClr val="DAE3F3"/>
    <a:srgbClr val="FFFFFF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9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E405D-142B-4652-8A8D-F1AE9E39E283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D6BDF-1818-4A7D-B735-B53E7B4BD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94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페이지 번호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450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페이지 번호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724400" y="64834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EA726-A573-4B4F-AB82-8A3DAF433AF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0169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281B4-C3F8-4BA7-BE9D-E95756D879BB}" type="datetime1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EA726-A573-4B4F-AB82-8A3DAF433A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0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09608" y="1764030"/>
            <a:ext cx="5772785" cy="3329940"/>
            <a:chOff x="2289175" y="1181100"/>
            <a:chExt cx="5772785" cy="3329940"/>
          </a:xfrm>
        </p:grpSpPr>
        <p:sp>
          <p:nvSpPr>
            <p:cNvPr id="5" name="직사각형 4"/>
            <p:cNvSpPr/>
            <p:nvPr/>
          </p:nvSpPr>
          <p:spPr>
            <a:xfrm>
              <a:off x="3065054" y="2061240"/>
              <a:ext cx="4221027" cy="15696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dirty="0" smtClean="0">
                  <a:solidFill>
                    <a:srgbClr val="002060"/>
                  </a:solidFill>
                  <a:latin typeface="+mj-ea"/>
                </a:rPr>
                <a:t>본 템플릿은 </a:t>
              </a:r>
              <a:r>
                <a:rPr lang="en-US" altLang="ko-KR" sz="1600" b="1" dirty="0" smtClean="0">
                  <a:solidFill>
                    <a:srgbClr val="002060"/>
                  </a:solidFill>
                  <a:latin typeface="+mj-ea"/>
                </a:rPr>
                <a:t>PowerPoint</a:t>
              </a:r>
              <a:r>
                <a:rPr lang="ko-KR" altLang="en-US" sz="1600" b="1" dirty="0" smtClean="0">
                  <a:solidFill>
                    <a:srgbClr val="002060"/>
                  </a:solidFill>
                  <a:latin typeface="+mj-ea"/>
                </a:rPr>
                <a:t>에서 제공하는</a:t>
              </a:r>
              <a:endParaRPr lang="en-US" altLang="ko-KR" sz="1600" b="1" dirty="0" smtClean="0">
                <a:solidFill>
                  <a:srgbClr val="002060"/>
                </a:solidFill>
                <a:latin typeface="+mj-ea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600" b="1" dirty="0" smtClean="0">
                  <a:solidFill>
                    <a:srgbClr val="002060"/>
                  </a:solidFill>
                  <a:latin typeface="+mj-ea"/>
                </a:rPr>
                <a:t>기본 폰트</a:t>
              </a:r>
              <a:r>
                <a:rPr lang="en-US" altLang="ko-KR" sz="1600" b="1" dirty="0" smtClean="0">
                  <a:solidFill>
                    <a:srgbClr val="002060"/>
                  </a:solidFill>
                  <a:latin typeface="+mj-ea"/>
                </a:rPr>
                <a:t>(</a:t>
              </a:r>
              <a:r>
                <a:rPr lang="ko-KR" altLang="en-US" sz="1600" b="1" dirty="0" smtClean="0">
                  <a:solidFill>
                    <a:srgbClr val="002060"/>
                  </a:solidFill>
                  <a:latin typeface="+mj-ea"/>
                </a:rPr>
                <a:t>맑은 고딕</a:t>
              </a:r>
              <a:r>
                <a:rPr lang="en-US" altLang="ko-KR" sz="1600" b="1" dirty="0" smtClean="0">
                  <a:solidFill>
                    <a:srgbClr val="002060"/>
                  </a:solidFill>
                  <a:latin typeface="+mj-ea"/>
                </a:rPr>
                <a:t>)</a:t>
              </a:r>
              <a:r>
                <a:rPr lang="ko-KR" altLang="en-US" sz="1600" b="1" dirty="0">
                  <a:solidFill>
                    <a:srgbClr val="002060"/>
                  </a:solidFill>
                  <a:latin typeface="+mj-ea"/>
                </a:rPr>
                <a:t>를</a:t>
              </a:r>
              <a:r>
                <a:rPr lang="ko-KR" altLang="en-US" sz="1600" b="1" dirty="0" smtClean="0">
                  <a:solidFill>
                    <a:srgbClr val="002060"/>
                  </a:solidFill>
                  <a:latin typeface="+mj-ea"/>
                </a:rPr>
                <a:t> 사용하였습니다</a:t>
              </a:r>
              <a:r>
                <a:rPr lang="en-US" altLang="ko-KR" sz="1600" b="1" dirty="0" smtClean="0">
                  <a:solidFill>
                    <a:srgbClr val="002060"/>
                  </a:solidFill>
                  <a:latin typeface="+mj-ea"/>
                </a:rPr>
                <a:t>.</a:t>
              </a:r>
            </a:p>
            <a:p>
              <a:pPr algn="ctr">
                <a:lnSpc>
                  <a:spcPct val="120000"/>
                </a:lnSpc>
              </a:pPr>
              <a:endParaRPr lang="en-US" altLang="ko-KR" sz="1600" b="1" dirty="0">
                <a:solidFill>
                  <a:srgbClr val="002060"/>
                </a:solidFill>
                <a:latin typeface="+mj-ea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600" b="1" dirty="0">
                  <a:solidFill>
                    <a:srgbClr val="002060"/>
                  </a:solidFill>
                  <a:latin typeface="+mj-ea"/>
                </a:rPr>
                <a:t>아래와 같이 </a:t>
              </a:r>
              <a:r>
                <a:rPr lang="ko-KR" altLang="en-US" sz="1600" b="1" dirty="0" smtClean="0">
                  <a:solidFill>
                    <a:srgbClr val="002060"/>
                  </a:solidFill>
                  <a:latin typeface="+mj-ea"/>
                </a:rPr>
                <a:t>템플릿 양식을 </a:t>
              </a:r>
              <a:r>
                <a:rPr lang="ko-KR" altLang="en-US" sz="1600" b="1" dirty="0">
                  <a:solidFill>
                    <a:srgbClr val="002060"/>
                  </a:solidFill>
                  <a:latin typeface="+mj-ea"/>
                </a:rPr>
                <a:t>제공하오니 </a:t>
              </a:r>
              <a:endParaRPr lang="en-US" altLang="ko-KR" sz="1600" b="1" dirty="0">
                <a:solidFill>
                  <a:srgbClr val="002060"/>
                </a:solidFill>
                <a:latin typeface="+mj-ea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600" b="1" dirty="0" smtClean="0">
                  <a:solidFill>
                    <a:srgbClr val="002060"/>
                  </a:solidFill>
                  <a:latin typeface="+mj-ea"/>
                </a:rPr>
                <a:t>용도에 </a:t>
              </a:r>
              <a:r>
                <a:rPr lang="ko-KR" altLang="en-US" sz="1600" b="1" dirty="0">
                  <a:solidFill>
                    <a:srgbClr val="002060"/>
                  </a:solidFill>
                  <a:latin typeface="+mj-ea"/>
                </a:rPr>
                <a:t>맞게 </a:t>
              </a:r>
              <a:r>
                <a:rPr lang="ko-KR" altLang="en-US" sz="1600" b="1" dirty="0" smtClean="0">
                  <a:solidFill>
                    <a:srgbClr val="002060"/>
                  </a:solidFill>
                  <a:latin typeface="+mj-ea"/>
                </a:rPr>
                <a:t>구성하여 </a:t>
              </a:r>
              <a:r>
                <a:rPr lang="ko-KR" altLang="en-US" sz="1600" b="1" dirty="0">
                  <a:solidFill>
                    <a:srgbClr val="002060"/>
                  </a:solidFill>
                  <a:latin typeface="+mj-ea"/>
                </a:rPr>
                <a:t>사용하시길 바랍니다</a:t>
              </a:r>
              <a:r>
                <a:rPr lang="en-US" altLang="ko-KR" sz="1600" b="1" dirty="0" smtClean="0">
                  <a:solidFill>
                    <a:srgbClr val="002060"/>
                  </a:solidFill>
                  <a:latin typeface="+mj-ea"/>
                </a:rPr>
                <a:t>.</a:t>
              </a:r>
              <a:endParaRPr lang="en-US" altLang="ko-KR" sz="1600" b="1" dirty="0">
                <a:solidFill>
                  <a:srgbClr val="002060"/>
                </a:solidFill>
                <a:latin typeface="+mj-ea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289175" y="1181100"/>
              <a:ext cx="5772785" cy="3329940"/>
            </a:xfrm>
            <a:prstGeom prst="rect">
              <a:avLst/>
            </a:prstGeom>
            <a:noFill/>
            <a:ln w="19050">
              <a:solidFill>
                <a:srgbClr val="0027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939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165963" y="1744610"/>
            <a:ext cx="6735249" cy="1389292"/>
            <a:chOff x="2097383" y="2206038"/>
            <a:chExt cx="6735249" cy="1389292"/>
          </a:xfrm>
        </p:grpSpPr>
        <p:sp>
          <p:nvSpPr>
            <p:cNvPr id="5" name="직사각형 4"/>
            <p:cNvSpPr/>
            <p:nvPr/>
          </p:nvSpPr>
          <p:spPr>
            <a:xfrm>
              <a:off x="2111156" y="2206038"/>
              <a:ext cx="6041498" cy="83099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4000" b="1" dirty="0" smtClean="0">
                  <a:solidFill>
                    <a:srgbClr val="002060"/>
                  </a:solidFill>
                  <a:latin typeface="+mj-ea"/>
                  <a:ea typeface="+mj-ea"/>
                </a:rPr>
                <a:t>HYOSUNG ITX</a:t>
              </a:r>
              <a:endParaRPr lang="en-US" altLang="ko-K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Malgun Gothic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097383" y="2837109"/>
              <a:ext cx="6735249" cy="75822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4000" b="1" dirty="0" smtClean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BUSINESS PROPOSAL</a:t>
              </a:r>
              <a:endParaRPr lang="en-US" altLang="ko-KR" sz="4000" b="1" dirty="0" smtClean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algun Gothic" charset="-127"/>
              </a:endParaRPr>
            </a:p>
          </p:txBody>
        </p:sp>
      </p:grpSp>
      <p:sp>
        <p:nvSpPr>
          <p:cNvPr id="7" name="직사각형 6"/>
          <p:cNvSpPr/>
          <p:nvPr/>
        </p:nvSpPr>
        <p:spPr>
          <a:xfrm>
            <a:off x="0" y="1320114"/>
            <a:ext cx="1844040" cy="2324100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5611" y="3290334"/>
            <a:ext cx="4745405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en-US" altLang="ko-KR" sz="12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12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60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60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6119814" y="3390561"/>
            <a:ext cx="607218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00785" y="3390561"/>
            <a:ext cx="88477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53554" y="4524060"/>
            <a:ext cx="1884892" cy="283366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70000"/>
              </a:lnSpc>
            </a:pPr>
            <a:r>
              <a:rPr lang="en-US" altLang="ko-KR" sz="1600" b="1" i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20xx. 00. 00</a:t>
            </a:r>
            <a:endParaRPr lang="en-US" altLang="ko-KR" sz="16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 rot="5400000" flipH="1">
            <a:off x="5703570" y="369565"/>
            <a:ext cx="784860" cy="121920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-990615" y="69574"/>
            <a:ext cx="646331" cy="391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표지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90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79736" y="1087319"/>
            <a:ext cx="2639914" cy="82477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400" b="1" dirty="0" smtClean="0">
                <a:solidFill>
                  <a:srgbClr val="002060"/>
                </a:solidFill>
                <a:latin typeface="+mj-ea"/>
                <a:ea typeface="+mj-ea"/>
              </a:rPr>
              <a:t>C</a:t>
            </a:r>
            <a:r>
              <a:rPr lang="en-US" altLang="ko-KR" sz="4000" b="1" dirty="0" smtClean="0">
                <a:solidFill>
                  <a:schemeClr val="bg2">
                    <a:lumMod val="50000"/>
                  </a:schemeClr>
                </a:solidFill>
                <a:latin typeface="+mj-ea"/>
              </a:rPr>
              <a:t>ontents</a:t>
            </a:r>
            <a:endParaRPr lang="en-US" altLang="ko-KR" sz="4000" b="1" dirty="0">
              <a:solidFill>
                <a:schemeClr val="bg2">
                  <a:lumMod val="50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949325"/>
            <a:ext cx="1844040" cy="5123814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5611" y="1842534"/>
            <a:ext cx="4745405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en-US" altLang="ko-KR" sz="1050" b="1" spc="0" dirty="0">
                <a:solidFill>
                  <a:schemeClr val="bg1">
                    <a:lumMod val="50000"/>
                  </a:schemeClr>
                </a:solidFill>
                <a:latin typeface="+mj-ea"/>
                <a:ea typeface="맑은 고딕" panose="020B0503020000020004" pitchFamily="50" charset="-127"/>
              </a:rPr>
              <a:t>Digital Transformation Leader</a:t>
            </a:r>
            <a:r>
              <a:rPr lang="en-US" altLang="ko-KR" sz="1050" b="1" spc="0" dirty="0">
                <a:solidFill>
                  <a:schemeClr val="tx2"/>
                </a:solidFill>
                <a:latin typeface="+mj-ea"/>
                <a:ea typeface="맑은 고딕" panose="020B0503020000020004" pitchFamily="50" charset="-127"/>
              </a:rPr>
              <a:t> </a:t>
            </a:r>
            <a:r>
              <a:rPr lang="en-US" altLang="ko-KR" sz="1200" b="1" spc="0" dirty="0">
                <a:solidFill>
                  <a:srgbClr val="113462"/>
                </a:solidFill>
                <a:latin typeface="+mj-ea"/>
                <a:ea typeface="맑은 고딕" panose="020B0503020000020004" pitchFamily="50" charset="-127"/>
              </a:rPr>
              <a:t>HYOSUNG ITX</a:t>
            </a:r>
            <a:endParaRPr lang="en-US" altLang="ko-KR" sz="1200" b="1" i="1" spc="0" dirty="0">
              <a:solidFill>
                <a:srgbClr val="113462"/>
              </a:solidFill>
              <a:latin typeface="+mj-ea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67350" y="1942761"/>
            <a:ext cx="67246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200785" y="1942761"/>
            <a:ext cx="88477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2710692" y="2304399"/>
            <a:ext cx="1912127" cy="24536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4800" indent="-304800">
              <a:lnSpc>
                <a:spcPct val="150000"/>
              </a:lnSpc>
              <a:buAutoNum type="arabicPeriod"/>
            </a:pPr>
            <a:r>
              <a:rPr lang="en-US" altLang="ko-KR" sz="2100" b="1" dirty="0" smtClean="0">
                <a:solidFill>
                  <a:srgbClr val="002060"/>
                </a:solidFill>
                <a:latin typeface="+mj-ea"/>
              </a:rPr>
              <a:t>TITLE TEXT</a:t>
            </a:r>
          </a:p>
          <a:p>
            <a:pPr marL="304800" indent="-304800">
              <a:lnSpc>
                <a:spcPct val="150000"/>
              </a:lnSpc>
              <a:buFontTx/>
              <a:buAutoNum type="arabicPeriod"/>
            </a:pPr>
            <a:r>
              <a:rPr lang="en-US" altLang="ko-KR" sz="2100" b="1" dirty="0" smtClean="0">
                <a:solidFill>
                  <a:schemeClr val="bg2">
                    <a:lumMod val="50000"/>
                  </a:schemeClr>
                </a:solidFill>
                <a:latin typeface="+mj-ea"/>
              </a:rPr>
              <a:t>TITLE TEXT</a:t>
            </a:r>
          </a:p>
          <a:p>
            <a:pPr marL="304800" indent="-304800">
              <a:lnSpc>
                <a:spcPct val="150000"/>
              </a:lnSpc>
              <a:buFontTx/>
              <a:buAutoNum type="arabicPeriod"/>
            </a:pPr>
            <a:r>
              <a:rPr lang="en-US" altLang="ko-KR" sz="2100" b="1" dirty="0" smtClean="0">
                <a:solidFill>
                  <a:schemeClr val="bg2">
                    <a:lumMod val="50000"/>
                  </a:schemeClr>
                </a:solidFill>
                <a:latin typeface="+mj-ea"/>
              </a:rPr>
              <a:t>TITLE TEXT</a:t>
            </a:r>
          </a:p>
          <a:p>
            <a:pPr marL="304800" indent="-304800">
              <a:lnSpc>
                <a:spcPct val="150000"/>
              </a:lnSpc>
              <a:buFontTx/>
              <a:buAutoNum type="arabicPeriod"/>
            </a:pPr>
            <a:r>
              <a:rPr lang="en-US" altLang="ko-KR" sz="2100" b="1" dirty="0" smtClean="0">
                <a:solidFill>
                  <a:schemeClr val="bg2">
                    <a:lumMod val="50000"/>
                  </a:schemeClr>
                </a:solidFill>
                <a:latin typeface="+mj-ea"/>
              </a:rPr>
              <a:t>TITLE TEXT</a:t>
            </a:r>
            <a:endParaRPr lang="en-US" altLang="ko-KR" sz="21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  <a:p>
            <a:pPr marL="304800" indent="-304800">
              <a:lnSpc>
                <a:spcPct val="150000"/>
              </a:lnSpc>
              <a:buFontTx/>
              <a:buAutoNum type="arabicPeriod"/>
            </a:pPr>
            <a:r>
              <a:rPr lang="en-US" altLang="ko-KR" sz="21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TITLE </a:t>
            </a:r>
            <a:r>
              <a:rPr lang="en-US" altLang="ko-KR" sz="2100" b="1" dirty="0" smtClean="0">
                <a:solidFill>
                  <a:schemeClr val="bg2">
                    <a:lumMod val="50000"/>
                  </a:schemeClr>
                </a:solidFill>
                <a:latin typeface="+mj-ea"/>
              </a:rPr>
              <a:t>TEXT</a:t>
            </a:r>
            <a:endParaRPr lang="en-US" altLang="ko-KR" sz="21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11" name="직사각형 10"/>
          <p:cNvSpPr/>
          <p:nvPr/>
        </p:nvSpPr>
        <p:spPr>
          <a:xfrm rot="5400000" flipH="1">
            <a:off x="5703566" y="369565"/>
            <a:ext cx="784860" cy="121920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-990615" y="69574"/>
            <a:ext cx="646331" cy="391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목차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561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-990615" y="69574"/>
            <a:ext cx="646331" cy="391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간지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 flipH="1">
            <a:off x="2649538" y="220766"/>
            <a:ext cx="637707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9004" y="3806692"/>
            <a:ext cx="3301456" cy="146140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4400" b="1" spc="0" dirty="0" smtClean="0">
                <a:solidFill>
                  <a:schemeClr val="bg1"/>
                </a:solidFill>
                <a:latin typeface="+mj-ea"/>
                <a:ea typeface="맑은 고딕" panose="020B0503020000020004" pitchFamily="50" charset="-127"/>
              </a:rPr>
              <a:t>TITLE</a:t>
            </a:r>
          </a:p>
          <a:p>
            <a:pPr>
              <a:lnSpc>
                <a:spcPct val="100000"/>
              </a:lnSpc>
            </a:pPr>
            <a:r>
              <a:rPr lang="en-US" altLang="ko-KR" sz="4400" b="1" spc="0" dirty="0" smtClean="0">
                <a:solidFill>
                  <a:schemeClr val="bg1"/>
                </a:solidFill>
                <a:latin typeface="+mj-ea"/>
                <a:ea typeface="맑은 고딕" panose="020B0503020000020004" pitchFamily="50" charset="-127"/>
              </a:rPr>
              <a:t>TEXT</a:t>
            </a:r>
            <a:endParaRPr lang="en-US" altLang="ko-KR" sz="4400" b="1" spc="0" dirty="0">
              <a:solidFill>
                <a:schemeClr val="bg1"/>
              </a:solidFill>
              <a:latin typeface="+mj-ea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668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내용</a:t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>A_</a:t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>타입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2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내용</a:t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>A_</a:t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>타입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80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 rot="10800000" flipH="1" flipV="1">
            <a:off x="0" y="0"/>
            <a:ext cx="12192000" cy="918976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26" name="직사각형 25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/>
                </a:solidFill>
                <a:latin typeface="+mj-ea"/>
                <a:ea typeface="+mj-ea"/>
              </a:rPr>
              <a:t>Digital Transformation Leader </a:t>
            </a:r>
            <a:r>
              <a:rPr lang="en-US" altLang="ko-KR" sz="1050" b="1" spc="0" dirty="0" smtClean="0">
                <a:solidFill>
                  <a:schemeClr val="bg1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 flipH="1">
            <a:off x="400050" y="220766"/>
            <a:ext cx="862656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모서리가 둥근 직사각형 11"/>
          <p:cNvSpPr/>
          <p:nvPr/>
        </p:nvSpPr>
        <p:spPr>
          <a:xfrm>
            <a:off x="147336" y="109414"/>
            <a:ext cx="1129014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3588" y="110966"/>
            <a:ext cx="1233732" cy="212896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1100" b="1" spc="0" dirty="0" smtClean="0">
                <a:solidFill>
                  <a:schemeClr val="tx1"/>
                </a:solidFill>
                <a:latin typeface="+mj-ea"/>
                <a:ea typeface="+mj-ea"/>
              </a:rPr>
              <a:t>I. TITLE TEXT</a:t>
            </a:r>
            <a:endParaRPr lang="en-US" altLang="ko-KR" sz="1400" b="1" i="1" spc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-990615" y="69574"/>
            <a:ext cx="74732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내용</a:t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>A_</a:t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>타입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1364" y="3822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bg1"/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19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73449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내용</a:t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>B_</a:t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>타입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flipH="1">
            <a:off x="12012204" y="201717"/>
            <a:ext cx="17979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78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-990615" y="69574"/>
            <a:ext cx="73449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내용</a:t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>B_</a:t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>타입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 flipH="1">
            <a:off x="12012204" y="201717"/>
            <a:ext cx="17979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08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 rot="10800000" flipH="1" flipV="1">
            <a:off x="0" y="0"/>
            <a:ext cx="12192000" cy="918976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26" name="직사각형 25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/>
                </a:solidFill>
                <a:latin typeface="+mj-ea"/>
                <a:ea typeface="+mj-ea"/>
              </a:rPr>
              <a:t>Digital Transformation Leader </a:t>
            </a:r>
            <a:r>
              <a:rPr lang="en-US" altLang="ko-KR" sz="1050" b="1" spc="0" dirty="0" smtClean="0">
                <a:solidFill>
                  <a:schemeClr val="bg1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47336" y="109414"/>
            <a:ext cx="1129014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3588" y="110966"/>
            <a:ext cx="1233732" cy="212896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1100" b="1" spc="0" dirty="0" smtClean="0">
                <a:solidFill>
                  <a:schemeClr val="tx1"/>
                </a:solidFill>
                <a:latin typeface="+mj-ea"/>
                <a:ea typeface="+mj-ea"/>
              </a:rPr>
              <a:t>I. TITLE TEXT</a:t>
            </a:r>
            <a:endParaRPr lang="en-US" altLang="ko-KR" sz="1400" b="1" i="1" spc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1364" y="3822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bg1"/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 flipH="1">
            <a:off x="12012204" y="201717"/>
            <a:ext cx="17979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-990615" y="69574"/>
            <a:ext cx="73449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내용</a:t>
            </a:r>
            <a:r>
              <a:rPr lang="en-US" altLang="ko-KR" b="1" dirty="0" smtClean="0">
                <a:solidFill>
                  <a:srgbClr val="002060"/>
                </a:solidFill>
                <a:latin typeface="+mj-ea"/>
              </a:rPr>
              <a:t/>
            </a:r>
            <a:br>
              <a:rPr lang="en-US" altLang="ko-KR" b="1" dirty="0" smtClean="0">
                <a:solidFill>
                  <a:srgbClr val="002060"/>
                </a:solidFill>
                <a:latin typeface="+mj-ea"/>
              </a:rPr>
            </a:br>
            <a:r>
              <a:rPr lang="en-US" altLang="ko-KR" sz="1400" b="1" dirty="0" smtClean="0">
                <a:solidFill>
                  <a:srgbClr val="002060"/>
                </a:solidFill>
                <a:latin typeface="+mj-ea"/>
              </a:rPr>
              <a:t>B_</a:t>
            </a:r>
            <a:r>
              <a:rPr lang="ko-KR" altLang="en-US" sz="1400" b="1" dirty="0" smtClean="0">
                <a:solidFill>
                  <a:srgbClr val="002060"/>
                </a:solidFill>
                <a:latin typeface="+mj-ea"/>
              </a:rPr>
              <a:t>타입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cs typeface="Malgun Gothic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4269331" y="2513280"/>
            <a:ext cx="3653339" cy="1831440"/>
            <a:chOff x="2392524" y="2391360"/>
            <a:chExt cx="3653339" cy="1831440"/>
          </a:xfrm>
        </p:grpSpPr>
        <p:sp>
          <p:nvSpPr>
            <p:cNvPr id="15" name="직사각형 14"/>
            <p:cNvSpPr/>
            <p:nvPr/>
          </p:nvSpPr>
          <p:spPr>
            <a:xfrm>
              <a:off x="5469799" y="2869018"/>
              <a:ext cx="576064" cy="5929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lt1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5469799" y="3629866"/>
              <a:ext cx="576064" cy="592934"/>
            </a:xfrm>
            <a:prstGeom prst="rect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000154" y="2869018"/>
              <a:ext cx="576064" cy="592934"/>
            </a:xfrm>
            <a:prstGeom prst="rect">
              <a:avLst/>
            </a:prstGeom>
            <a:solidFill>
              <a:srgbClr val="002776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+mj-ea"/>
                <a:ea typeface="+mj-ea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000154" y="3629866"/>
              <a:ext cx="576064" cy="59293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246789" y="2869018"/>
              <a:ext cx="576064" cy="592934"/>
            </a:xfrm>
            <a:prstGeom prst="rect">
              <a:avLst/>
            </a:prstGeom>
            <a:solidFill>
              <a:srgbClr val="001848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+mj-ea"/>
                <a:ea typeface="+mj-ea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246789" y="3629866"/>
              <a:ext cx="576064" cy="59293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2508664" y="2869018"/>
              <a:ext cx="576064" cy="592934"/>
            </a:xfrm>
            <a:prstGeom prst="rect">
              <a:avLst/>
            </a:prstGeom>
            <a:solidFill>
              <a:srgbClr val="00206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Main Color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2508664" y="3629866"/>
              <a:ext cx="576064" cy="5929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392524" y="2391360"/>
              <a:ext cx="946285" cy="36933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b="1" dirty="0">
                  <a:solidFill>
                    <a:srgbClr val="001E4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COLOR</a:t>
              </a:r>
              <a:endParaRPr lang="ko-KR" altLang="en-US" b="1" dirty="0">
                <a:solidFill>
                  <a:srgbClr val="001E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4746914" y="2869018"/>
              <a:ext cx="576064" cy="59293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lt1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746914" y="3629866"/>
              <a:ext cx="576064" cy="5929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29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108363" y="2085973"/>
            <a:ext cx="9975273" cy="3958390"/>
            <a:chOff x="1091045" y="2085973"/>
            <a:chExt cx="9975273" cy="3958390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1091045" y="2085973"/>
              <a:ext cx="3042805" cy="2817306"/>
            </a:xfrm>
            <a:prstGeom prst="roundRect">
              <a:avLst>
                <a:gd name="adj" fmla="val 5112"/>
              </a:avLst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img</a:t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1091045" y="5066402"/>
              <a:ext cx="9975273" cy="977961"/>
            </a:xfrm>
            <a:prstGeom prst="roundRect">
              <a:avLst>
                <a:gd name="adj" fmla="val 9982"/>
              </a:avLst>
            </a:prstGeom>
            <a:solidFill>
              <a:srgbClr val="002776"/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1400" dirty="0">
                  <a:solidFill>
                    <a:schemeClr val="bg1"/>
                  </a:solidFill>
                  <a:latin typeface="+mn-ea"/>
                </a:rPr>
                <a:t>이 곳에 내용을 입력하세요</a:t>
              </a:r>
              <a:r>
                <a:rPr lang="en-US" altLang="ko-KR" sz="1400" dirty="0"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  <a:latin typeface="+mn-ea"/>
                </a:rPr>
                <a:t>내용은 </a:t>
              </a:r>
              <a:r>
                <a:rPr lang="ko-KR" altLang="en-US" sz="1400" b="1" dirty="0">
                  <a:solidFill>
                    <a:schemeClr val="bg1"/>
                  </a:solidFill>
                  <a:latin typeface="+mn-ea"/>
                </a:rPr>
                <a:t>더블클릭</a:t>
              </a:r>
              <a:r>
                <a:rPr lang="ko-KR" altLang="en-US" sz="1400" dirty="0">
                  <a:solidFill>
                    <a:schemeClr val="bg1"/>
                  </a:solidFill>
                  <a:latin typeface="+mn-ea"/>
                </a:rPr>
                <a:t>하여 </a:t>
              </a:r>
              <a:r>
                <a:rPr lang="ko-KR" altLang="en-US" sz="1400" dirty="0" smtClean="0">
                  <a:solidFill>
                    <a:schemeClr val="bg1"/>
                  </a:solidFill>
                  <a:latin typeface="+mn-ea"/>
                </a:rPr>
                <a:t>수정하세요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+mn-ea"/>
                </a:rPr>
                <a:t>.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400" dirty="0" smtClean="0">
                  <a:solidFill>
                    <a:schemeClr val="bg1"/>
                  </a:solidFill>
                  <a:latin typeface="+mn-ea"/>
                </a:rPr>
                <a:t>이 </a:t>
              </a:r>
              <a:r>
                <a:rPr lang="ko-KR" altLang="en-US" sz="1400" dirty="0">
                  <a:solidFill>
                    <a:schemeClr val="bg1"/>
                  </a:solidFill>
                  <a:latin typeface="+mn-ea"/>
                </a:rPr>
                <a:t>곳에 내용을 입력하세요</a:t>
              </a:r>
              <a:r>
                <a:rPr lang="en-US" altLang="ko-KR" sz="1400" dirty="0"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ko-KR" altLang="en-US" sz="1400" dirty="0">
                  <a:solidFill>
                    <a:schemeClr val="bg1"/>
                  </a:solidFill>
                  <a:latin typeface="+mn-ea"/>
                </a:rPr>
                <a:t>더블클릭하여 수정하세요</a:t>
              </a:r>
              <a:r>
                <a:rPr lang="en-US" altLang="ko-KR" sz="1400" dirty="0">
                  <a:solidFill>
                    <a:schemeClr val="bg1"/>
                  </a:solidFill>
                  <a:latin typeface="+mn-ea"/>
                </a:rPr>
                <a:t>.</a:t>
              </a: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4324350" y="2085973"/>
              <a:ext cx="6741968" cy="2817306"/>
              <a:chOff x="4324350" y="2085973"/>
              <a:chExt cx="6741968" cy="2817306"/>
            </a:xfrm>
          </p:grpSpPr>
          <p:sp>
            <p:nvSpPr>
              <p:cNvPr id="40" name="모서리가 둥근 직사각형 39"/>
              <p:cNvSpPr/>
              <p:nvPr/>
            </p:nvSpPr>
            <p:spPr>
              <a:xfrm>
                <a:off x="4324350" y="2085973"/>
                <a:ext cx="6741968" cy="2817306"/>
              </a:xfrm>
              <a:prstGeom prst="roundRect">
                <a:avLst>
                  <a:gd name="adj" fmla="val 5112"/>
                </a:avLst>
              </a:prstGeom>
              <a:solidFill>
                <a:srgbClr val="FFFFFF"/>
              </a:solidFill>
              <a:ln w="3175">
                <a:solidFill>
                  <a:schemeClr val="bg1">
                    <a:lumMod val="50000"/>
                  </a:schemeClr>
                </a:solidFill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endParaRP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>
                <a:off x="4679894" y="2324132"/>
                <a:ext cx="5625532" cy="2335960"/>
                <a:chOff x="4737668" y="2277373"/>
                <a:chExt cx="5625532" cy="2335960"/>
              </a:xfrm>
            </p:grpSpPr>
            <p:sp>
              <p:nvSpPr>
                <p:cNvPr id="51" name="직사각형 50"/>
                <p:cNvSpPr/>
                <p:nvPr/>
              </p:nvSpPr>
              <p:spPr>
                <a:xfrm>
                  <a:off x="4737668" y="2742394"/>
                  <a:ext cx="5625532" cy="6093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33350" indent="-1333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4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</a:t>
                  </a:r>
                  <a:r>
                    <a:rPr lang="ko-KR" altLang="en-US" sz="14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설명을 이 곳에 입력하세요</a:t>
                  </a:r>
                  <a:r>
                    <a:rPr lang="en-US" altLang="ko-KR" sz="14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  <a:r>
                    <a:rPr lang="en-US" altLang="ko-K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/>
                  </a:r>
                  <a:br>
                    <a:rPr lang="en-US" altLang="ko-K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</a:br>
                  <a:r>
                    <a:rPr lang="ko-KR" altLang="en-US" sz="14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내용은 더블클릭하여 수정하세요</a:t>
                  </a:r>
                  <a:r>
                    <a:rPr lang="en-US" altLang="ko-KR" sz="14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</a:t>
                  </a:r>
                  <a:endPara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4737669" y="2277373"/>
                  <a:ext cx="3796731" cy="380093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20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소주제를 입력하세요</a:t>
                  </a:r>
                  <a:r>
                    <a:rPr lang="en-US" altLang="ko-KR" sz="20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.</a:t>
                  </a:r>
                  <a:endParaRPr lang="en-US" altLang="ko-KR" sz="20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54" name="직사각형 53"/>
                <p:cNvSpPr/>
                <p:nvPr/>
              </p:nvSpPr>
              <p:spPr>
                <a:xfrm>
                  <a:off x="4737668" y="3398620"/>
                  <a:ext cx="5625532" cy="58394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33350" indent="-1333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4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 이 곳에 입력하세요</a:t>
                  </a:r>
                  <a:r>
                    <a:rPr lang="en-US" altLang="ko-KR" sz="14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  <a:r>
                    <a:rPr lang="en-US" altLang="ko-K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/>
                  </a:r>
                  <a:br>
                    <a:rPr lang="en-US" altLang="ko-K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</a:br>
                  <a:r>
                    <a:rPr lang="ko-KR" alt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내용은 더블클릭하여 수정하세요</a:t>
                  </a:r>
                  <a:r>
                    <a:rPr lang="en-US" altLang="ko-K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55" name="직사각형 54"/>
                <p:cNvSpPr/>
                <p:nvPr/>
              </p:nvSpPr>
              <p:spPr>
                <a:xfrm>
                  <a:off x="4737668" y="4029391"/>
                  <a:ext cx="5625532" cy="58394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33350" indent="-1333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4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 이 곳에 입력하세요</a:t>
                  </a:r>
                  <a:r>
                    <a:rPr lang="en-US" altLang="ko-KR" sz="1400" b="1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  <a:r>
                    <a:rPr lang="en-US" altLang="ko-K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/>
                  </a:r>
                  <a:br>
                    <a:rPr lang="en-US" altLang="ko-K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</a:br>
                  <a:r>
                    <a:rPr lang="ko-KR" alt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내용은 더블클릭하여 수정하세요</a:t>
                  </a:r>
                  <a:r>
                    <a:rPr lang="en-US" altLang="ko-K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</p:grpSp>
        </p:grpSp>
      </p:grpSp>
      <p:sp>
        <p:nvSpPr>
          <p:cNvPr id="58" name="TextBox 57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개요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93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개요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903233" y="2051897"/>
            <a:ext cx="10209267" cy="1972147"/>
            <a:chOff x="903233" y="2089997"/>
            <a:chExt cx="10209267" cy="1972147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903233" y="2089997"/>
              <a:ext cx="3953113" cy="1972147"/>
            </a:xfrm>
            <a:prstGeom prst="roundRect">
              <a:avLst>
                <a:gd name="adj" fmla="val 5112"/>
              </a:avLst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img</a:t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grpSp>
          <p:nvGrpSpPr>
            <p:cNvPr id="99" name="그룹 98"/>
            <p:cNvGrpSpPr/>
            <p:nvPr/>
          </p:nvGrpSpPr>
          <p:grpSpPr>
            <a:xfrm>
              <a:off x="5207790" y="2243971"/>
              <a:ext cx="5904710" cy="1702298"/>
              <a:chOff x="5400798" y="2506971"/>
              <a:chExt cx="5904710" cy="1702298"/>
            </a:xfrm>
          </p:grpSpPr>
          <p:sp>
            <p:nvSpPr>
              <p:cNvPr id="72" name="직사각형 71"/>
              <p:cNvSpPr/>
              <p:nvPr/>
            </p:nvSpPr>
            <p:spPr>
              <a:xfrm>
                <a:off x="5403226" y="3082807"/>
                <a:ext cx="5394282" cy="1126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내용은 </a:t>
                </a:r>
                <a:r>
                  <a:rPr lang="ko-KR" altLang="en-US" sz="14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</a:t>
                </a:r>
                <a:r>
                  <a:rPr lang="ko-KR" altLang="en-US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하여 수정하세요</a:t>
                </a:r>
                <a:r>
                  <a:rPr lang="en-US" altLang="ko-KR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내용은 </a:t>
                </a:r>
                <a:r>
                  <a:rPr lang="ko-KR" altLang="en-US" sz="14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</a:t>
                </a:r>
                <a:r>
                  <a:rPr lang="ko-KR" altLang="en-US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하여 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수정하세요</a:t>
                </a:r>
                <a:r>
                  <a:rPr lang="en-US" altLang="ko-KR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수정하세요</a:t>
                </a:r>
                <a:r>
                  <a:rPr lang="en-US" altLang="ko-KR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수정하세요</a:t>
                </a:r>
                <a:r>
                  <a:rPr lang="en-US" altLang="ko-KR" sz="1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5545234" y="2506971"/>
                <a:ext cx="2116327" cy="38009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defPPr>
                  <a:defRPr lang="ko-KR"/>
                </a:defPPr>
                <a:lvl1pPr indent="0" eaLnBrk="0" hangingPunct="0">
                  <a:lnSpc>
                    <a:spcPct val="90000"/>
                  </a:lnSpc>
                  <a:spcBef>
                    <a:spcPts val="1000"/>
                  </a:spcBef>
                  <a:buFont typeface="Arial" pitchFamily="34" charset="0"/>
                  <a:buNone/>
                  <a:defRPr sz="3600" b="0" kern="1000" spc="-70" baseline="0">
                    <a:solidFill>
                      <a:srgbClr val="23693A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defRPr>
                </a:lvl1pPr>
                <a:lvl2pPr marL="6858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400"/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/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en-US" sz="2000" b="1" spc="0" dirty="0">
                    <a:solidFill>
                      <a:srgbClr val="002776"/>
                    </a:solidFill>
                    <a:latin typeface="+mj-ea"/>
                    <a:ea typeface="+mj-ea"/>
                  </a:rPr>
                  <a:t>핵심 단어</a:t>
                </a:r>
                <a:endParaRPr lang="en-US" altLang="ko-KR" sz="2000" b="1" spc="0" dirty="0">
                  <a:solidFill>
                    <a:srgbClr val="002776"/>
                  </a:solidFill>
                  <a:latin typeface="+mj-ea"/>
                  <a:ea typeface="+mj-ea"/>
                </a:endParaRPr>
              </a:p>
            </p:txBody>
          </p:sp>
          <p:cxnSp>
            <p:nvCxnSpPr>
              <p:cNvPr id="92" name="직선 연결선 91"/>
              <p:cNvCxnSpPr/>
              <p:nvPr/>
            </p:nvCxnSpPr>
            <p:spPr>
              <a:xfrm>
                <a:off x="5400798" y="2953185"/>
                <a:ext cx="590471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" name="그룹 106"/>
          <p:cNvGrpSpPr/>
          <p:nvPr/>
        </p:nvGrpSpPr>
        <p:grpSpPr>
          <a:xfrm>
            <a:off x="903233" y="4185497"/>
            <a:ext cx="10209267" cy="1972147"/>
            <a:chOff x="903233" y="4223597"/>
            <a:chExt cx="10209267" cy="1972147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903233" y="4223597"/>
              <a:ext cx="3953113" cy="1972147"/>
            </a:xfrm>
            <a:prstGeom prst="roundRect">
              <a:avLst>
                <a:gd name="adj" fmla="val 5112"/>
              </a:avLst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img</a:t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grpSp>
          <p:nvGrpSpPr>
            <p:cNvPr id="102" name="그룹 101"/>
            <p:cNvGrpSpPr/>
            <p:nvPr/>
          </p:nvGrpSpPr>
          <p:grpSpPr>
            <a:xfrm>
              <a:off x="5207790" y="4377571"/>
              <a:ext cx="5904710" cy="1702298"/>
              <a:chOff x="5400798" y="2506971"/>
              <a:chExt cx="5904710" cy="1702298"/>
            </a:xfrm>
          </p:grpSpPr>
          <p:sp>
            <p:nvSpPr>
              <p:cNvPr id="103" name="직사각형 102"/>
              <p:cNvSpPr/>
              <p:nvPr/>
            </p:nvSpPr>
            <p:spPr>
              <a:xfrm>
                <a:off x="5403226" y="3082807"/>
                <a:ext cx="5394282" cy="1126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내용은 </a:t>
                </a:r>
                <a:r>
                  <a:rPr lang="ko-KR" altLang="en-US" sz="1400" b="1" dirty="0" smtClean="0">
                    <a:solidFill>
                      <a:srgbClr val="002776"/>
                    </a:solidFill>
                    <a:latin typeface="+mj-ea"/>
                  </a:rPr>
                  <a:t>더블클릭</a:t>
                </a:r>
                <a:r>
                  <a:rPr lang="ko-KR" altLang="en-US" sz="1400" dirty="0" smtClean="0">
                    <a:solidFill>
                      <a:srgbClr val="002776"/>
                    </a:solidFill>
                    <a:latin typeface="+mj-ea"/>
                  </a:rPr>
                  <a:t>하여</a:t>
                </a:r>
                <a:r>
                  <a:rPr lang="ko-KR" altLang="en-US" sz="14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수정하세요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내용은 </a:t>
                </a:r>
                <a:r>
                  <a:rPr lang="ko-KR" altLang="en-US" sz="1400" b="1" dirty="0" smtClean="0">
                    <a:solidFill>
                      <a:srgbClr val="002776"/>
                    </a:solidFill>
                    <a:latin typeface="+mj-ea"/>
                  </a:rPr>
                  <a:t>더블클릭</a:t>
                </a:r>
                <a:r>
                  <a:rPr lang="ko-KR" altLang="en-US" sz="1400" dirty="0" smtClean="0">
                    <a:solidFill>
                      <a:srgbClr val="002776"/>
                    </a:solidFill>
                    <a:latin typeface="+mj-ea"/>
                  </a:rPr>
                  <a:t>하여</a:t>
                </a:r>
                <a:r>
                  <a:rPr lang="ko-KR" altLang="en-US" sz="14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수정하세요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수정하세요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수정하세요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5545234" y="2506971"/>
                <a:ext cx="2116327" cy="38009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defPPr>
                  <a:defRPr lang="ko-KR"/>
                </a:defPPr>
                <a:lvl1pPr indent="0" eaLnBrk="0" hangingPunct="0">
                  <a:lnSpc>
                    <a:spcPct val="90000"/>
                  </a:lnSpc>
                  <a:spcBef>
                    <a:spcPts val="1000"/>
                  </a:spcBef>
                  <a:buFont typeface="Arial" pitchFamily="34" charset="0"/>
                  <a:buNone/>
                  <a:defRPr sz="3600" b="0" kern="1000" spc="-70" baseline="0">
                    <a:solidFill>
                      <a:srgbClr val="23693A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defRPr>
                </a:lvl1pPr>
                <a:lvl2pPr marL="6858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400"/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/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ko-KR" altLang="en-US" sz="2000" b="1" spc="0" dirty="0" smtClean="0">
                    <a:solidFill>
                      <a:srgbClr val="002776"/>
                    </a:solidFill>
                    <a:latin typeface="+mj-ea"/>
                    <a:ea typeface="+mj-ea"/>
                  </a:rPr>
                  <a:t>핵심 단어</a:t>
                </a:r>
                <a:endParaRPr lang="en-US" altLang="ko-KR" sz="2000" b="1" i="1" spc="0" dirty="0">
                  <a:solidFill>
                    <a:srgbClr val="002776"/>
                  </a:solidFill>
                  <a:latin typeface="+mj-ea"/>
                  <a:ea typeface="+mj-ea"/>
                </a:endParaRPr>
              </a:p>
            </p:txBody>
          </p:sp>
          <p:cxnSp>
            <p:nvCxnSpPr>
              <p:cNvPr id="105" name="직선 연결선 104"/>
              <p:cNvCxnSpPr/>
              <p:nvPr/>
            </p:nvCxnSpPr>
            <p:spPr>
              <a:xfrm>
                <a:off x="5400798" y="2953185"/>
                <a:ext cx="590471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11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개요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903233" y="2051897"/>
            <a:ext cx="3953113" cy="1972147"/>
            <a:chOff x="903233" y="2051897"/>
            <a:chExt cx="3953113" cy="1972147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903233" y="2051897"/>
              <a:ext cx="3953113" cy="1972147"/>
            </a:xfrm>
            <a:prstGeom prst="roundRect">
              <a:avLst>
                <a:gd name="adj" fmla="val 5112"/>
              </a:avLst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 b="1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1425639" y="2898273"/>
              <a:ext cx="2908300" cy="8679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핵심 단어에 대한 설명을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이 곳에 입력하세요</a:t>
              </a: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821626" y="2462137"/>
              <a:ext cx="2116327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22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핵심 단어</a:t>
              </a:r>
              <a:endParaRPr lang="en-US" altLang="ko-KR" sz="2200" b="1" i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903233" y="4185497"/>
            <a:ext cx="3953113" cy="1972147"/>
            <a:chOff x="903233" y="4515697"/>
            <a:chExt cx="3953113" cy="1972147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903233" y="4515697"/>
              <a:ext cx="3953113" cy="1972147"/>
            </a:xfrm>
            <a:prstGeom prst="roundRect">
              <a:avLst>
                <a:gd name="adj" fmla="val 5112"/>
              </a:avLst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 b="1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425639" y="5362073"/>
              <a:ext cx="2908300" cy="8679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핵심 단어에 대한 설명을</a:t>
              </a:r>
              <a:endPara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이 곳에 입력하세요</a:t>
              </a:r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  <a:endPara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21626" y="4925937"/>
              <a:ext cx="2116327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22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핵심 단어</a:t>
              </a:r>
              <a:endParaRPr lang="en-US" altLang="ko-KR" sz="2200" b="1" i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4" name="오른쪽 화살표 13"/>
          <p:cNvSpPr/>
          <p:nvPr/>
        </p:nvSpPr>
        <p:spPr>
          <a:xfrm>
            <a:off x="5156792" y="2872363"/>
            <a:ext cx="317500" cy="331214"/>
          </a:xfrm>
          <a:prstGeom prst="rightArrow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5156792" y="5005963"/>
            <a:ext cx="317500" cy="331214"/>
          </a:xfrm>
          <a:prstGeom prst="rightArrow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5774738" y="2051897"/>
            <a:ext cx="5299662" cy="4105747"/>
          </a:xfrm>
          <a:prstGeom prst="roundRect">
            <a:avLst>
              <a:gd name="adj" fmla="val 356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 smtClean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36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개요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6215101" y="2171920"/>
            <a:ext cx="4183024" cy="1218253"/>
            <a:chOff x="6599276" y="2171920"/>
            <a:chExt cx="4183024" cy="1218253"/>
          </a:xfrm>
        </p:grpSpPr>
        <p:sp>
          <p:nvSpPr>
            <p:cNvPr id="22" name="직사각형 21"/>
            <p:cNvSpPr/>
            <p:nvPr/>
          </p:nvSpPr>
          <p:spPr>
            <a:xfrm>
              <a:off x="6599276" y="2171920"/>
              <a:ext cx="1465466" cy="424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b="1" dirty="0" smtClean="0">
                  <a:solidFill>
                    <a:srgbClr val="002776"/>
                  </a:solidFill>
                  <a:latin typeface="+mj-ea"/>
                </a:rPr>
                <a:t>1. </a:t>
              </a:r>
              <a:r>
                <a:rPr lang="ko-KR" altLang="en-US" b="1" dirty="0" smtClean="0">
                  <a:solidFill>
                    <a:srgbClr val="002776"/>
                  </a:solidFill>
                  <a:latin typeface="+mj-ea"/>
                </a:rPr>
                <a:t>핵심 </a:t>
              </a:r>
              <a:r>
                <a:rPr lang="ko-KR" altLang="en-US" b="1" dirty="0">
                  <a:solidFill>
                    <a:srgbClr val="002776"/>
                  </a:solidFill>
                  <a:latin typeface="+mj-ea"/>
                </a:rPr>
                <a:t>단어</a:t>
              </a:r>
              <a:endParaRPr lang="en-US" altLang="ko-KR" b="1" dirty="0">
                <a:solidFill>
                  <a:srgbClr val="002776"/>
                </a:solidFill>
                <a:latin typeface="+mj-ea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599276" y="2633043"/>
              <a:ext cx="3433953" cy="7571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00" b="1" dirty="0" smtClean="0">
                  <a:solidFill>
                    <a:srgbClr val="002776"/>
                  </a:solidFill>
                  <a:latin typeface="+mj-ea"/>
                </a:rPr>
                <a:t>이 곳에 내용을 입력하세요</a:t>
              </a:r>
              <a:r>
                <a:rPr lang="en-US" altLang="ko-KR" sz="1200" b="1" dirty="0" smtClean="0">
                  <a:solidFill>
                    <a:srgbClr val="002776"/>
                  </a:solidFill>
                  <a:latin typeface="+mj-ea"/>
                </a:rPr>
                <a:t>.</a:t>
              </a:r>
            </a:p>
            <a:p>
              <a:pPr marL="114300" indent="-1143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텍스트를 수정할 수 있습니다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</a:p>
            <a:p>
              <a:pPr marL="114300" indent="-1143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텍스트를 수정할 수 있습니다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</a:p>
          </p:txBody>
        </p:sp>
        <p:cxnSp>
          <p:nvCxnSpPr>
            <p:cNvPr id="28" name="직선 연결선 27"/>
            <p:cNvCxnSpPr/>
            <p:nvPr/>
          </p:nvCxnSpPr>
          <p:spPr>
            <a:xfrm>
              <a:off x="6599276" y="2592701"/>
              <a:ext cx="418302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/>
          <p:cNvGrpSpPr/>
          <p:nvPr/>
        </p:nvGrpSpPr>
        <p:grpSpPr>
          <a:xfrm>
            <a:off x="6215101" y="3571798"/>
            <a:ext cx="4183024" cy="1218253"/>
            <a:chOff x="6599276" y="2171920"/>
            <a:chExt cx="4183024" cy="1218253"/>
          </a:xfrm>
        </p:grpSpPr>
        <p:sp>
          <p:nvSpPr>
            <p:cNvPr id="35" name="직사각형 34"/>
            <p:cNvSpPr/>
            <p:nvPr/>
          </p:nvSpPr>
          <p:spPr>
            <a:xfrm>
              <a:off x="6599276" y="2171920"/>
              <a:ext cx="1465466" cy="424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b="1" dirty="0" smtClean="0">
                  <a:solidFill>
                    <a:srgbClr val="002776"/>
                  </a:solidFill>
                  <a:latin typeface="+mj-ea"/>
                </a:rPr>
                <a:t>2. </a:t>
              </a:r>
              <a:r>
                <a:rPr lang="ko-KR" altLang="en-US" b="1" dirty="0" smtClean="0">
                  <a:solidFill>
                    <a:srgbClr val="002776"/>
                  </a:solidFill>
                  <a:latin typeface="+mj-ea"/>
                </a:rPr>
                <a:t>핵심 </a:t>
              </a:r>
              <a:r>
                <a:rPr lang="ko-KR" altLang="en-US" b="1" dirty="0">
                  <a:solidFill>
                    <a:srgbClr val="002776"/>
                  </a:solidFill>
                  <a:latin typeface="+mj-ea"/>
                </a:rPr>
                <a:t>단어</a:t>
              </a:r>
              <a:endParaRPr lang="en-US" altLang="ko-KR" b="1" dirty="0">
                <a:solidFill>
                  <a:srgbClr val="002776"/>
                </a:solidFill>
                <a:latin typeface="+mj-ea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6599276" y="2633043"/>
              <a:ext cx="3376245" cy="7571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00" b="1" dirty="0">
                  <a:solidFill>
                    <a:srgbClr val="002776"/>
                  </a:solidFill>
                  <a:latin typeface="+mj-ea"/>
                </a:rPr>
                <a:t>이 곳에 내용을 입력하세요</a:t>
              </a:r>
              <a:r>
                <a:rPr lang="en-US" altLang="ko-KR" sz="1200" b="1" dirty="0">
                  <a:solidFill>
                    <a:srgbClr val="002776"/>
                  </a:solidFill>
                  <a:latin typeface="+mj-ea"/>
                </a:rPr>
                <a:t>.</a:t>
              </a:r>
            </a:p>
            <a:p>
              <a:pPr marL="114300" indent="-1143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텍스트를 수정할 수 있습니다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</a:p>
            <a:p>
              <a:pPr marL="114300" indent="-1143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텍스트를 수정할 수 있습니다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</a:p>
          </p:txBody>
        </p:sp>
        <p:cxnSp>
          <p:nvCxnSpPr>
            <p:cNvPr id="39" name="직선 연결선 38"/>
            <p:cNvCxnSpPr/>
            <p:nvPr/>
          </p:nvCxnSpPr>
          <p:spPr>
            <a:xfrm>
              <a:off x="6599276" y="2592701"/>
              <a:ext cx="418302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39"/>
          <p:cNvGrpSpPr/>
          <p:nvPr/>
        </p:nvGrpSpPr>
        <p:grpSpPr>
          <a:xfrm>
            <a:off x="6215101" y="4949812"/>
            <a:ext cx="4183024" cy="1218253"/>
            <a:chOff x="6599276" y="2171920"/>
            <a:chExt cx="4183024" cy="1218253"/>
          </a:xfrm>
        </p:grpSpPr>
        <p:sp>
          <p:nvSpPr>
            <p:cNvPr id="41" name="직사각형 40"/>
            <p:cNvSpPr/>
            <p:nvPr/>
          </p:nvSpPr>
          <p:spPr>
            <a:xfrm>
              <a:off x="6599276" y="2171920"/>
              <a:ext cx="1465466" cy="424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b="1" dirty="0" smtClean="0">
                  <a:solidFill>
                    <a:srgbClr val="002776"/>
                  </a:solidFill>
                  <a:latin typeface="+mj-ea"/>
                </a:rPr>
                <a:t>3. </a:t>
              </a:r>
              <a:r>
                <a:rPr lang="ko-KR" altLang="en-US" b="1" dirty="0" smtClean="0">
                  <a:solidFill>
                    <a:srgbClr val="002776"/>
                  </a:solidFill>
                  <a:latin typeface="+mj-ea"/>
                </a:rPr>
                <a:t>핵심 </a:t>
              </a:r>
              <a:r>
                <a:rPr lang="ko-KR" altLang="en-US" b="1" dirty="0">
                  <a:solidFill>
                    <a:srgbClr val="002776"/>
                  </a:solidFill>
                  <a:latin typeface="+mj-ea"/>
                </a:rPr>
                <a:t>단어</a:t>
              </a:r>
              <a:endParaRPr lang="en-US" altLang="ko-KR" b="1" dirty="0">
                <a:solidFill>
                  <a:srgbClr val="002776"/>
                </a:solidFill>
                <a:latin typeface="+mj-ea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6599276" y="2633043"/>
              <a:ext cx="3376245" cy="7571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00" b="1" dirty="0">
                  <a:solidFill>
                    <a:srgbClr val="002776"/>
                  </a:solidFill>
                  <a:latin typeface="+mj-ea"/>
                </a:rPr>
                <a:t>이 곳에 내용을 입력하세요</a:t>
              </a:r>
              <a:r>
                <a:rPr lang="en-US" altLang="ko-KR" sz="1200" b="1" dirty="0">
                  <a:solidFill>
                    <a:srgbClr val="002776"/>
                  </a:solidFill>
                  <a:latin typeface="+mj-ea"/>
                </a:rPr>
                <a:t>.</a:t>
              </a:r>
            </a:p>
            <a:p>
              <a:pPr marL="114300" indent="-1143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텍스트를 수정할 수 있습니다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</a:p>
            <a:p>
              <a:pPr marL="114300" indent="-1143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텍스트를 수정할 수 있습니다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6599276" y="2592701"/>
              <a:ext cx="418302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/>
          <p:cNvGrpSpPr/>
          <p:nvPr/>
        </p:nvGrpSpPr>
        <p:grpSpPr>
          <a:xfrm>
            <a:off x="1252183" y="1745495"/>
            <a:ext cx="3868964" cy="4561100"/>
            <a:chOff x="1252183" y="1745495"/>
            <a:chExt cx="3868964" cy="4561100"/>
          </a:xfrm>
        </p:grpSpPr>
        <p:grpSp>
          <p:nvGrpSpPr>
            <p:cNvPr id="3" name="그룹 2"/>
            <p:cNvGrpSpPr/>
            <p:nvPr/>
          </p:nvGrpSpPr>
          <p:grpSpPr>
            <a:xfrm>
              <a:off x="1403476" y="2770115"/>
              <a:ext cx="3717671" cy="3204889"/>
              <a:chOff x="885825" y="2350479"/>
              <a:chExt cx="4295775" cy="3703254"/>
            </a:xfrm>
          </p:grpSpPr>
          <p:sp>
            <p:nvSpPr>
              <p:cNvPr id="2" name="이등변 삼각형 1"/>
              <p:cNvSpPr/>
              <p:nvPr/>
            </p:nvSpPr>
            <p:spPr>
              <a:xfrm>
                <a:off x="885825" y="2350479"/>
                <a:ext cx="4295775" cy="3703254"/>
              </a:xfrm>
              <a:prstGeom prst="triangle">
                <a:avLst/>
              </a:prstGeom>
              <a:solidFill>
                <a:srgbClr val="0027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이등변 삼각형 23"/>
              <p:cNvSpPr/>
              <p:nvPr/>
            </p:nvSpPr>
            <p:spPr>
              <a:xfrm>
                <a:off x="885825" y="3376472"/>
                <a:ext cx="3105623" cy="2677261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/>
              <p:cNvSpPr/>
              <p:nvPr/>
            </p:nvSpPr>
            <p:spPr>
              <a:xfrm>
                <a:off x="885825" y="4314826"/>
                <a:ext cx="2017133" cy="1738907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직사각형 12"/>
            <p:cNvSpPr/>
            <p:nvPr/>
          </p:nvSpPr>
          <p:spPr>
            <a:xfrm>
              <a:off x="2565646" y="6044985"/>
              <a:ext cx="139333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100" dirty="0" smtClean="0"/>
                <a:t>내용을 입력하세요</a:t>
              </a:r>
              <a:r>
                <a:rPr lang="en-US" altLang="ko-KR" sz="1100" dirty="0" smtClean="0"/>
                <a:t>.</a:t>
              </a:r>
              <a:endParaRPr lang="ko-KR" altLang="en-US" sz="1100" dirty="0"/>
            </a:p>
          </p:txBody>
        </p:sp>
        <p:cxnSp>
          <p:nvCxnSpPr>
            <p:cNvPr id="15" name="직선 연결선 14"/>
            <p:cNvCxnSpPr/>
            <p:nvPr/>
          </p:nvCxnSpPr>
          <p:spPr>
            <a:xfrm flipH="1" flipV="1">
              <a:off x="3262311" y="1901830"/>
              <a:ext cx="1" cy="900000"/>
            </a:xfrm>
            <a:prstGeom prst="line">
              <a:avLst/>
            </a:prstGeom>
            <a:ln>
              <a:solidFill>
                <a:srgbClr val="00277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flipV="1">
              <a:off x="2747318" y="2758035"/>
              <a:ext cx="0" cy="90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>
              <a:stCxn id="25" idx="0"/>
            </p:cNvCxnSpPr>
            <p:nvPr/>
          </p:nvCxnSpPr>
          <p:spPr>
            <a:xfrm flipV="1">
              <a:off x="2276315" y="3571798"/>
              <a:ext cx="0" cy="89831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2242311" y="1745495"/>
              <a:ext cx="96532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sz="1400" b="1" dirty="0" smtClean="0">
                  <a:solidFill>
                    <a:srgbClr val="002776"/>
                  </a:solidFill>
                  <a:latin typeface="+mj-ea"/>
                </a:rPr>
                <a:t>내용 입력</a:t>
              </a:r>
              <a:endParaRPr lang="ko-KR" altLang="en-US" sz="1400" dirty="0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719774" y="2592807"/>
              <a:ext cx="96532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내용 입력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252183" y="3403298"/>
              <a:ext cx="96532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sz="1400" b="1" dirty="0" smtClean="0">
                  <a:solidFill>
                    <a:schemeClr val="bg1">
                      <a:lumMod val="50000"/>
                    </a:schemeClr>
                  </a:solidFill>
                  <a:latin typeface="+mj-ea"/>
                </a:rPr>
                <a:t>내용 입력</a:t>
              </a:r>
              <a:endParaRPr lang="ko-KR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05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5181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목표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1" name="오른쪽 화살표 40"/>
          <p:cNvSpPr/>
          <p:nvPr/>
        </p:nvSpPr>
        <p:spPr>
          <a:xfrm>
            <a:off x="4093777" y="3513275"/>
            <a:ext cx="288636" cy="301104"/>
          </a:xfrm>
          <a:prstGeom prst="rightArrow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오른쪽 화살표 51"/>
          <p:cNvSpPr/>
          <p:nvPr/>
        </p:nvSpPr>
        <p:spPr>
          <a:xfrm rot="10800000">
            <a:off x="7809584" y="3513275"/>
            <a:ext cx="288636" cy="301104"/>
          </a:xfrm>
          <a:prstGeom prst="rightArrow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1496055" y="2490198"/>
            <a:ext cx="2347258" cy="2347258"/>
            <a:chOff x="1496055" y="2490198"/>
            <a:chExt cx="2347258" cy="2347258"/>
          </a:xfrm>
        </p:grpSpPr>
        <p:sp>
          <p:nvSpPr>
            <p:cNvPr id="2" name="타원 1"/>
            <p:cNvSpPr/>
            <p:nvPr/>
          </p:nvSpPr>
          <p:spPr>
            <a:xfrm>
              <a:off x="1496055" y="2490198"/>
              <a:ext cx="2347258" cy="23472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 b="1" kern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676480" y="3568284"/>
              <a:ext cx="198640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002776"/>
                  </a:solidFill>
                  <a:latin typeface="+mj-ea"/>
                </a:rPr>
                <a:t>핵심 단어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에 대한 설명을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이 곳에 입력하세요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946944" y="3171797"/>
              <a:ext cx="1445480" cy="345539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20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핵심 단어</a:t>
              </a:r>
              <a:endParaRPr lang="en-US" altLang="ko-KR" sz="2000" b="1" i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4632877" y="2200706"/>
            <a:ext cx="2926243" cy="2926243"/>
            <a:chOff x="4632878" y="2200706"/>
            <a:chExt cx="2926243" cy="2926243"/>
          </a:xfrm>
        </p:grpSpPr>
        <p:sp>
          <p:nvSpPr>
            <p:cNvPr id="50" name="타원 49"/>
            <p:cNvSpPr/>
            <p:nvPr/>
          </p:nvSpPr>
          <p:spPr>
            <a:xfrm>
              <a:off x="4632878" y="2200706"/>
              <a:ext cx="2926243" cy="292624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rgbClr val="002776"/>
                </a:solidFill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4894223" y="3568284"/>
              <a:ext cx="2403554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</a:rPr>
                <a:t>핵심 단어에 대한 설명을</a:t>
              </a:r>
              <a:endPara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endParaRPr>
            </a:p>
            <a:p>
              <a:pPr algn="ctr"/>
              <a:r>
                <a:rPr lang="ko-KR" alt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</a:rPr>
                <a:t>이 곳에 입력하세요</a:t>
              </a:r>
              <a:r>
                <a:rPr lang="en-US" altLang="ko-KR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</a:rPr>
                <a:t>. </a:t>
              </a:r>
            </a:p>
            <a:p>
              <a:pPr algn="ctr"/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</a:rPr>
                <a:t>.</a:t>
              </a:r>
              <a:endPara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221484" y="3108297"/>
              <a:ext cx="1749031" cy="345539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24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핵심 단어</a:t>
              </a:r>
              <a:endParaRPr lang="en-US" altLang="ko-KR" sz="2400" b="1" i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8348685" y="2490198"/>
            <a:ext cx="2347258" cy="2347258"/>
            <a:chOff x="8348685" y="2490198"/>
            <a:chExt cx="2347258" cy="2347258"/>
          </a:xfrm>
        </p:grpSpPr>
        <p:sp>
          <p:nvSpPr>
            <p:cNvPr id="51" name="타원 50"/>
            <p:cNvSpPr/>
            <p:nvPr/>
          </p:nvSpPr>
          <p:spPr>
            <a:xfrm>
              <a:off x="8348685" y="2490198"/>
              <a:ext cx="2347258" cy="23472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 b="1" kern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>
              <a:off x="8529110" y="3171796"/>
              <a:ext cx="1986408" cy="1042818"/>
              <a:chOff x="1374229" y="3048907"/>
              <a:chExt cx="2185049" cy="1147100"/>
            </a:xfrm>
          </p:grpSpPr>
          <p:sp>
            <p:nvSpPr>
              <p:cNvPr id="65" name="직사각형 64"/>
              <p:cNvSpPr/>
              <p:nvPr/>
            </p:nvSpPr>
            <p:spPr>
              <a:xfrm>
                <a:off x="1374229" y="3485043"/>
                <a:ext cx="2185049" cy="710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rgbClr val="002776"/>
                    </a:solidFill>
                    <a:latin typeface="+mj-ea"/>
                  </a:rPr>
                  <a:t>핵심 단어</a:t>
                </a:r>
                <a:r>
                  <a: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에 대한 설명을</a:t>
                </a:r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endParaRPr>
              </a:p>
              <a:p>
                <a:pPr algn="ctr"/>
                <a:r>
                  <a: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입력하세요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</a:p>
              <a:p>
                <a:pPr algn="ctr"/>
                <a:r>
                  <a: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수정하세요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671739" y="3048907"/>
                <a:ext cx="1590028" cy="38009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defPPr>
                  <a:defRPr lang="ko-KR"/>
                </a:defPPr>
                <a:lvl1pPr indent="0" eaLnBrk="0" hangingPunct="0">
                  <a:lnSpc>
                    <a:spcPct val="90000"/>
                  </a:lnSpc>
                  <a:spcBef>
                    <a:spcPts val="1000"/>
                  </a:spcBef>
                  <a:buFont typeface="Arial" pitchFamily="34" charset="0"/>
                  <a:buNone/>
                  <a:defRPr sz="3600" b="0" kern="1000" spc="-70" baseline="0">
                    <a:solidFill>
                      <a:srgbClr val="23693A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defRPr>
                </a:lvl1pPr>
                <a:lvl2pPr marL="6858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400"/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/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ko-KR" altLang="en-US" sz="2000" b="1" spc="0" dirty="0" smtClean="0">
                    <a:solidFill>
                      <a:srgbClr val="002776"/>
                    </a:solidFill>
                    <a:latin typeface="+mj-ea"/>
                    <a:ea typeface="+mj-ea"/>
                  </a:rPr>
                  <a:t>핵심 단어</a:t>
                </a:r>
                <a:endParaRPr lang="en-US" altLang="ko-KR" sz="2000" b="1" i="1" spc="0" dirty="0">
                  <a:solidFill>
                    <a:srgbClr val="002776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69" name="TextBox 68"/>
          <p:cNvSpPr txBox="1"/>
          <p:nvPr/>
        </p:nvSpPr>
        <p:spPr>
          <a:xfrm>
            <a:off x="3064719" y="5504841"/>
            <a:ext cx="6062561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000" b="1" spc="0" dirty="0" smtClean="0">
                <a:solidFill>
                  <a:srgbClr val="002776"/>
                </a:solidFill>
                <a:latin typeface="+mj-ea"/>
                <a:ea typeface="+mj-ea"/>
              </a:rPr>
              <a:t>이 곳에 내용을 입력하세요</a:t>
            </a:r>
            <a:r>
              <a:rPr lang="en-US" altLang="ko-KR" sz="2000" b="1" spc="0" dirty="0" smtClean="0">
                <a:solidFill>
                  <a:srgbClr val="002776"/>
                </a:solidFill>
                <a:latin typeface="+mj-ea"/>
                <a:ea typeface="+mj-ea"/>
              </a:rPr>
              <a:t>.</a:t>
            </a:r>
            <a:endParaRPr lang="en-US" altLang="ko-KR" sz="2000" b="1" i="1" spc="0" dirty="0">
              <a:solidFill>
                <a:srgbClr val="002776"/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75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en-US" altLang="ko-KR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AS IS – TO BE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706476" y="2051897"/>
            <a:ext cx="4886248" cy="4083664"/>
            <a:chOff x="496127" y="2051897"/>
            <a:chExt cx="5135495" cy="4083664"/>
          </a:xfrm>
        </p:grpSpPr>
        <p:grpSp>
          <p:nvGrpSpPr>
            <p:cNvPr id="20" name="그룹 19"/>
            <p:cNvGrpSpPr/>
            <p:nvPr/>
          </p:nvGrpSpPr>
          <p:grpSpPr>
            <a:xfrm>
              <a:off x="496127" y="4469029"/>
              <a:ext cx="5135495" cy="1666532"/>
              <a:chOff x="496127" y="4469029"/>
              <a:chExt cx="5135495" cy="1666532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497310" y="5082965"/>
                <a:ext cx="5071639" cy="10525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내용은 </a:t>
                </a:r>
                <a:r>
                  <a:rPr lang="ko-KR" altLang="en-US" sz="13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</a:t>
                </a: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하여</a:t>
                </a:r>
                <a:r>
                  <a:rPr lang="ko-KR" altLang="en-US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 수정하세요</a:t>
                </a:r>
                <a:r>
                  <a:rPr lang="en-US" altLang="ko-KR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내용은 </a:t>
                </a:r>
                <a:r>
                  <a:rPr lang="ko-KR" altLang="en-US" sz="13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</a:t>
                </a: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하여 수정하세요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수정하세요</a:t>
                </a:r>
                <a:r>
                  <a:rPr lang="en-US" altLang="ko-KR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수정하세요</a:t>
                </a:r>
                <a:r>
                  <a:rPr lang="en-US" altLang="ko-KR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402861" y="4469029"/>
                <a:ext cx="3322028" cy="38009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defPPr>
                  <a:defRPr lang="ko-KR"/>
                </a:defPPr>
                <a:lvl1pPr indent="0" eaLnBrk="0" hangingPunct="0">
                  <a:lnSpc>
                    <a:spcPct val="90000"/>
                  </a:lnSpc>
                  <a:spcBef>
                    <a:spcPts val="1000"/>
                  </a:spcBef>
                  <a:buFont typeface="Arial" pitchFamily="34" charset="0"/>
                  <a:buNone/>
                  <a:defRPr sz="3600" b="0" kern="1000" spc="-70" baseline="0">
                    <a:solidFill>
                      <a:srgbClr val="23693A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defRPr>
                </a:lvl1pPr>
                <a:lvl2pPr marL="6858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400"/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/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ko-KR" altLang="en-US" sz="1800" b="1" spc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핵심 내용을 입력하세요</a:t>
                </a:r>
                <a:r>
                  <a:rPr lang="en-US" altLang="ko-KR" sz="1800" b="1" spc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.</a:t>
                </a:r>
                <a:endParaRPr lang="en-US" altLang="ko-KR" sz="1800" b="1" i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496127" y="4966044"/>
                <a:ext cx="5135495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그룹 20"/>
            <p:cNvGrpSpPr/>
            <p:nvPr/>
          </p:nvGrpSpPr>
          <p:grpSpPr>
            <a:xfrm>
              <a:off x="524702" y="2051897"/>
              <a:ext cx="5044247" cy="2220246"/>
              <a:chOff x="524702" y="2051897"/>
              <a:chExt cx="5044247" cy="2220246"/>
            </a:xfrm>
          </p:grpSpPr>
          <p:sp>
            <p:nvSpPr>
              <p:cNvPr id="24" name="모서리가 둥근 직사각형 23"/>
              <p:cNvSpPr/>
              <p:nvPr/>
            </p:nvSpPr>
            <p:spPr>
              <a:xfrm>
                <a:off x="524702" y="2051897"/>
                <a:ext cx="2453447" cy="2220246"/>
              </a:xfrm>
              <a:prstGeom prst="roundRect">
                <a:avLst>
                  <a:gd name="adj" fmla="val 5112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  <a:ea typeface="+mj-ea"/>
                  </a:rPr>
                  <a:t>img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모서리가 둥근 직사각형 39"/>
              <p:cNvSpPr/>
              <p:nvPr/>
            </p:nvSpPr>
            <p:spPr>
              <a:xfrm>
                <a:off x="3115502" y="2051897"/>
                <a:ext cx="2453447" cy="2220246"/>
              </a:xfrm>
              <a:prstGeom prst="roundRect">
                <a:avLst>
                  <a:gd name="adj" fmla="val 5112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  <a:ea typeface="+mj-ea"/>
                  </a:rPr>
                  <a:t>img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15" name="그룹 14"/>
          <p:cNvGrpSpPr/>
          <p:nvPr/>
        </p:nvGrpSpPr>
        <p:grpSpPr>
          <a:xfrm>
            <a:off x="6599276" y="2051897"/>
            <a:ext cx="4886248" cy="4083664"/>
            <a:chOff x="6513520" y="2051897"/>
            <a:chExt cx="5135495" cy="4083664"/>
          </a:xfrm>
        </p:grpSpPr>
        <p:sp>
          <p:nvSpPr>
            <p:cNvPr id="32" name="모서리가 둥근 직사각형 31"/>
            <p:cNvSpPr/>
            <p:nvPr/>
          </p:nvSpPr>
          <p:spPr>
            <a:xfrm>
              <a:off x="6513520" y="2051897"/>
              <a:ext cx="5135495" cy="2220246"/>
            </a:xfrm>
            <a:prstGeom prst="roundRect">
              <a:avLst>
                <a:gd name="adj" fmla="val 5112"/>
              </a:avLst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img</a:t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grpSp>
          <p:nvGrpSpPr>
            <p:cNvPr id="34" name="그룹 33"/>
            <p:cNvGrpSpPr/>
            <p:nvPr/>
          </p:nvGrpSpPr>
          <p:grpSpPr>
            <a:xfrm>
              <a:off x="6513520" y="4469029"/>
              <a:ext cx="5135495" cy="1666532"/>
              <a:chOff x="5400798" y="2468871"/>
              <a:chExt cx="5268966" cy="1666532"/>
            </a:xfrm>
          </p:grpSpPr>
          <p:sp>
            <p:nvSpPr>
              <p:cNvPr id="35" name="직사각형 34"/>
              <p:cNvSpPr/>
              <p:nvPr/>
            </p:nvSpPr>
            <p:spPr>
              <a:xfrm>
                <a:off x="5402012" y="3082807"/>
                <a:ext cx="5267752" cy="10525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내용은</a:t>
                </a:r>
                <a:r>
                  <a:rPr lang="ko-KR" altLang="en-US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ea"/>
                  </a:rPr>
                  <a:t> </a:t>
                </a:r>
                <a:r>
                  <a:rPr lang="ko-KR" altLang="en-US" sz="1300" b="1" dirty="0" smtClean="0">
                    <a:solidFill>
                      <a:srgbClr val="002776"/>
                    </a:solidFill>
                    <a:latin typeface="+mj-ea"/>
                  </a:rPr>
                  <a:t>더블클릭</a:t>
                </a:r>
                <a:r>
                  <a:rPr lang="ko-KR" altLang="en-US" sz="1300" dirty="0" smtClean="0">
                    <a:solidFill>
                      <a:srgbClr val="002776"/>
                    </a:solidFill>
                    <a:latin typeface="+mj-ea"/>
                  </a:rPr>
                  <a:t>하여</a:t>
                </a:r>
                <a:r>
                  <a:rPr lang="ko-KR" altLang="en-US" sz="13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 </a:t>
                </a: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수정하세요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내용은 </a:t>
                </a:r>
                <a:r>
                  <a:rPr lang="ko-KR" altLang="en-US" sz="1300" b="1" dirty="0" smtClean="0">
                    <a:solidFill>
                      <a:srgbClr val="002776"/>
                    </a:solidFill>
                    <a:latin typeface="+mj-ea"/>
                  </a:rPr>
                  <a:t>더블클릭</a:t>
                </a:r>
                <a:r>
                  <a:rPr lang="ko-KR" altLang="en-US" sz="1300" dirty="0" smtClean="0">
                    <a:solidFill>
                      <a:srgbClr val="002776"/>
                    </a:solidFill>
                    <a:latin typeface="+mj-ea"/>
                  </a:rPr>
                  <a:t>하여</a:t>
                </a:r>
                <a:r>
                  <a:rPr lang="ko-KR" altLang="en-US" sz="13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 </a:t>
                </a: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수정하세요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수정하세요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  <a:p>
                <a:pPr marL="101600" indent="-1016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r>
                  <a:rPr lang="ko-KR" altLang="en-US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수정하세요</a:t>
                </a: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6331097" y="2468871"/>
                <a:ext cx="3408367" cy="38009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defPPr>
                  <a:defRPr lang="ko-KR"/>
                </a:defPPr>
                <a:lvl1pPr indent="0" eaLnBrk="0" hangingPunct="0">
                  <a:lnSpc>
                    <a:spcPct val="90000"/>
                  </a:lnSpc>
                  <a:spcBef>
                    <a:spcPts val="1000"/>
                  </a:spcBef>
                  <a:buFont typeface="Arial" pitchFamily="34" charset="0"/>
                  <a:buNone/>
                  <a:defRPr sz="3600" b="0" kern="1000" spc="-70" baseline="0">
                    <a:solidFill>
                      <a:srgbClr val="23693A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defRPr>
                </a:lvl1pPr>
                <a:lvl2pPr marL="6858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400"/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/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ko-KR" altLang="en-US" sz="1800" b="1" spc="0" dirty="0">
                    <a:solidFill>
                      <a:srgbClr val="002776"/>
                    </a:solidFill>
                    <a:latin typeface="+mj-ea"/>
                    <a:ea typeface="+mj-ea"/>
                  </a:rPr>
                  <a:t>핵심 내용을 입력하세요</a:t>
                </a:r>
                <a:r>
                  <a:rPr lang="en-US" altLang="ko-KR" sz="1800" b="1" spc="0" dirty="0">
                    <a:solidFill>
                      <a:srgbClr val="002776"/>
                    </a:solidFill>
                    <a:latin typeface="+mj-ea"/>
                    <a:ea typeface="+mj-ea"/>
                  </a:rPr>
                  <a:t>.</a:t>
                </a:r>
              </a:p>
            </p:txBody>
          </p:sp>
          <p:cxnSp>
            <p:nvCxnSpPr>
              <p:cNvPr id="37" name="직선 연결선 36"/>
              <p:cNvCxnSpPr/>
              <p:nvPr/>
            </p:nvCxnSpPr>
            <p:spPr>
              <a:xfrm>
                <a:off x="5400798" y="2965886"/>
                <a:ext cx="526896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olid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오른쪽 화살표 43"/>
          <p:cNvSpPr/>
          <p:nvPr/>
        </p:nvSpPr>
        <p:spPr>
          <a:xfrm>
            <a:off x="5937250" y="4517908"/>
            <a:ext cx="317500" cy="331214"/>
          </a:xfrm>
          <a:prstGeom prst="rightArrow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94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과정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41932" y="2616199"/>
            <a:ext cx="1110813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900308" y="2037635"/>
            <a:ext cx="987283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en-US" altLang="ko-KR" sz="1600" b="1" spc="0" dirty="0" smtClean="0">
                <a:solidFill>
                  <a:srgbClr val="002776"/>
                </a:solidFill>
                <a:latin typeface="+mj-ea"/>
                <a:ea typeface="+mj-ea"/>
              </a:rPr>
              <a:t>STEP 1</a:t>
            </a:r>
            <a:endParaRPr lang="en-US" altLang="ko-KR" sz="1600" b="1" i="1" spc="0" dirty="0">
              <a:solidFill>
                <a:srgbClr val="002776"/>
              </a:solidFill>
              <a:latin typeface="+mj-ea"/>
              <a:ea typeface="+mj-ea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2310228" y="2532478"/>
            <a:ext cx="167443" cy="167443"/>
          </a:xfrm>
          <a:prstGeom prst="ellipse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113572" y="3112536"/>
            <a:ext cx="256075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200" b="1" spc="0" dirty="0" smtClean="0">
                <a:solidFill>
                  <a:srgbClr val="002776"/>
                </a:solidFill>
                <a:latin typeface="+mj-ea"/>
                <a:ea typeface="+mj-ea"/>
              </a:rPr>
              <a:t>핵심 단어 </a:t>
            </a:r>
            <a:r>
              <a:rPr lang="en-US" altLang="ko-KR" sz="2200" b="1" spc="0" dirty="0" smtClean="0">
                <a:solidFill>
                  <a:srgbClr val="002776"/>
                </a:solidFill>
                <a:latin typeface="+mj-ea"/>
                <a:ea typeface="+mj-ea"/>
              </a:rPr>
              <a:t>1</a:t>
            </a:r>
            <a:endParaRPr lang="en-US" altLang="ko-KR" sz="2200" b="1" i="1" spc="0" dirty="0">
              <a:solidFill>
                <a:srgbClr val="002776"/>
              </a:solidFill>
              <a:latin typeface="+mj-ea"/>
              <a:ea typeface="+mj-ea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760432" y="4409400"/>
            <a:ext cx="3267036" cy="1481704"/>
          </a:xfrm>
          <a:prstGeom prst="roundRect">
            <a:avLst>
              <a:gd name="adj" fmla="val 5112"/>
            </a:avLst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이 곳에 내용을 입력하세요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더블클릭하여 수정하세요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이 곳에 내용을 입력하세요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더블클릭하여 수정하세요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이 곳에 내용을 </a:t>
            </a:r>
            <a:r>
              <a:rPr lang="ko-KR" altLang="en-US" sz="1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입력하세요</a:t>
            </a:r>
            <a:r>
              <a:rPr lang="en-US" altLang="ko-KR" sz="1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  <a:endParaRPr lang="en-US" altLang="ko-KR" sz="1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44693" y="3548465"/>
            <a:ext cx="3098515" cy="713700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더블클릭하여 텍스트를 </a:t>
            </a:r>
            <a:r>
              <a:rPr lang="en-US" altLang="ko-KR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수정할 </a:t>
            </a:r>
            <a:r>
              <a:rPr lang="ko-KR" altLang="en-US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 있습니다</a:t>
            </a:r>
            <a:r>
              <a:rPr lang="en-US" altLang="ko-KR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02358" y="2037635"/>
            <a:ext cx="987283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en-US" altLang="ko-KR" sz="1600" b="1" spc="0" dirty="0" smtClean="0">
                <a:solidFill>
                  <a:srgbClr val="002776"/>
                </a:solidFill>
                <a:latin typeface="+mj-ea"/>
                <a:ea typeface="+mj-ea"/>
              </a:rPr>
              <a:t>STEP 2</a:t>
            </a:r>
            <a:endParaRPr lang="en-US" altLang="ko-KR" sz="1600" b="1" i="1" spc="0" dirty="0">
              <a:solidFill>
                <a:srgbClr val="002776"/>
              </a:solidFill>
              <a:latin typeface="+mj-ea"/>
              <a:ea typeface="+mj-ea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6012278" y="2532478"/>
            <a:ext cx="167443" cy="167443"/>
          </a:xfrm>
          <a:prstGeom prst="ellipse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4815622" y="3112536"/>
            <a:ext cx="256075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200" b="1" spc="0" dirty="0">
                <a:solidFill>
                  <a:srgbClr val="002776"/>
                </a:solidFill>
                <a:latin typeface="+mj-ea"/>
                <a:ea typeface="+mj-ea"/>
              </a:rPr>
              <a:t>핵심 단어 </a:t>
            </a:r>
            <a:r>
              <a:rPr lang="en-US" altLang="ko-KR" sz="2200" b="1" spc="0" dirty="0">
                <a:solidFill>
                  <a:srgbClr val="002776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80" name="모서리가 둥근 직사각형 79"/>
          <p:cNvSpPr/>
          <p:nvPr/>
        </p:nvSpPr>
        <p:spPr>
          <a:xfrm>
            <a:off x="4462482" y="4409400"/>
            <a:ext cx="3267036" cy="1481704"/>
          </a:xfrm>
          <a:prstGeom prst="roundRect">
            <a:avLst>
              <a:gd name="adj" fmla="val 5112"/>
            </a:avLst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이 곳에 내용을 입력하세요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더블클릭하여 수정하세요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이 곳에 내용을 입력하세요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더블클릭하여 수정하세요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이 곳에 내용을 입력하세요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46743" y="3548465"/>
            <a:ext cx="3098515" cy="713700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더블클릭하여 텍스트를 </a:t>
            </a:r>
            <a:r>
              <a:rPr lang="en-US" altLang="ko-KR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수정할 수 있습니다</a:t>
            </a:r>
            <a:r>
              <a:rPr lang="en-US" altLang="ko-KR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04408" y="2037635"/>
            <a:ext cx="987283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en-US" altLang="ko-KR" sz="1600" b="1" spc="0" dirty="0" smtClean="0">
                <a:solidFill>
                  <a:srgbClr val="002776"/>
                </a:solidFill>
                <a:latin typeface="+mj-ea"/>
                <a:ea typeface="+mj-ea"/>
              </a:rPr>
              <a:t>STEP 3</a:t>
            </a:r>
            <a:endParaRPr lang="en-US" altLang="ko-KR" sz="1600" b="1" i="1" spc="0" dirty="0">
              <a:solidFill>
                <a:srgbClr val="002776"/>
              </a:solidFill>
              <a:latin typeface="+mj-ea"/>
              <a:ea typeface="+mj-ea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9714328" y="2532478"/>
            <a:ext cx="167443" cy="167443"/>
          </a:xfrm>
          <a:prstGeom prst="ellipse">
            <a:avLst/>
          </a:prstGeom>
          <a:solidFill>
            <a:srgbClr val="0027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8517672" y="3112536"/>
            <a:ext cx="256075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200" b="1" spc="0" dirty="0">
                <a:solidFill>
                  <a:srgbClr val="002776"/>
                </a:solidFill>
                <a:latin typeface="+mj-ea"/>
                <a:ea typeface="+mj-ea"/>
              </a:rPr>
              <a:t>핵심 단어 </a:t>
            </a:r>
            <a:r>
              <a:rPr lang="en-US" altLang="ko-KR" sz="2200" b="1" spc="0" dirty="0">
                <a:solidFill>
                  <a:srgbClr val="002776"/>
                </a:solidFill>
                <a:latin typeface="+mj-ea"/>
                <a:ea typeface="+mj-ea"/>
              </a:rPr>
              <a:t>3</a:t>
            </a:r>
          </a:p>
        </p:txBody>
      </p:sp>
      <p:sp>
        <p:nvSpPr>
          <p:cNvPr id="88" name="모서리가 둥근 직사각형 87"/>
          <p:cNvSpPr/>
          <p:nvPr/>
        </p:nvSpPr>
        <p:spPr>
          <a:xfrm>
            <a:off x="8164532" y="4409400"/>
            <a:ext cx="3267036" cy="1481704"/>
          </a:xfrm>
          <a:prstGeom prst="roundRect">
            <a:avLst>
              <a:gd name="adj" fmla="val 5112"/>
            </a:avLst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이 곳에 내용을 입력하세요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더블클릭하여 수정하세요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이 곳에 내용을 입력하세요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더블클릭하여 수정하세요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  <a:p>
            <a:pPr marL="238125" indent="-152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이 곳에 내용을 입력하세요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48793" y="3548465"/>
            <a:ext cx="3098515" cy="713700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더블클릭하여 텍스트를 </a:t>
            </a:r>
            <a:r>
              <a:rPr lang="en-US" altLang="ko-KR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수정할 수 있습니다</a:t>
            </a:r>
            <a:r>
              <a:rPr lang="en-US" altLang="ko-KR" sz="14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04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/>
          <p:cNvSpPr/>
          <p:nvPr/>
        </p:nvSpPr>
        <p:spPr>
          <a:xfrm>
            <a:off x="0" y="3429000"/>
            <a:ext cx="12192000" cy="1053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과정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189520" y="2196465"/>
            <a:ext cx="2878759" cy="3864122"/>
            <a:chOff x="1096351" y="2225040"/>
            <a:chExt cx="2878759" cy="3864122"/>
          </a:xfrm>
        </p:grpSpPr>
        <p:sp>
          <p:nvSpPr>
            <p:cNvPr id="37" name="양쪽 모서리가 둥근 사각형 36"/>
            <p:cNvSpPr/>
            <p:nvPr/>
          </p:nvSpPr>
          <p:spPr>
            <a:xfrm>
              <a:off x="1106980" y="2225040"/>
              <a:ext cx="2857500" cy="2286000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img</a:t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255352" y="4652440"/>
              <a:ext cx="256075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18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소제목 </a:t>
              </a:r>
              <a:r>
                <a:rPr lang="en-US" altLang="ko-KR" sz="18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1</a:t>
              </a:r>
              <a:r>
                <a:rPr lang="ko-KR" altLang="en-US" sz="18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 </a:t>
              </a:r>
              <a:endParaRPr lang="en-US" altLang="ko-KR" sz="1800" b="1" i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096351" y="5110433"/>
              <a:ext cx="2878759" cy="9787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이 곳에 내용을 입력하세요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이 곳에 내용을 입력하세요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4656620" y="2196465"/>
            <a:ext cx="2878759" cy="3864122"/>
            <a:chOff x="1096351" y="2225040"/>
            <a:chExt cx="2878759" cy="3864122"/>
          </a:xfrm>
        </p:grpSpPr>
        <p:sp>
          <p:nvSpPr>
            <p:cNvPr id="49" name="양쪽 모서리가 둥근 사각형 48"/>
            <p:cNvSpPr/>
            <p:nvPr/>
          </p:nvSpPr>
          <p:spPr>
            <a:xfrm>
              <a:off x="1106980" y="2225040"/>
              <a:ext cx="2857500" cy="2286000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img</a:t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55352" y="4652440"/>
              <a:ext cx="256075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>소제목 </a:t>
              </a:r>
              <a:r>
                <a:rPr lang="en-US" altLang="ko-KR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>2</a:t>
              </a:r>
              <a:r>
                <a:rPr lang="ko-KR" altLang="en-US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> </a:t>
              </a:r>
              <a:endParaRPr lang="en-US" altLang="ko-KR" sz="1800" b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096351" y="5110433"/>
              <a:ext cx="2878759" cy="9787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이 곳에 내용을 입력하세요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이 곳에 내용을 입력하세요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8123720" y="2196465"/>
            <a:ext cx="2878759" cy="3864122"/>
            <a:chOff x="1096351" y="2225040"/>
            <a:chExt cx="2878759" cy="3864122"/>
          </a:xfrm>
        </p:grpSpPr>
        <p:sp>
          <p:nvSpPr>
            <p:cNvPr id="53" name="양쪽 모서리가 둥근 사각형 52"/>
            <p:cNvSpPr/>
            <p:nvPr/>
          </p:nvSpPr>
          <p:spPr>
            <a:xfrm>
              <a:off x="1106980" y="2225040"/>
              <a:ext cx="2857500" cy="2286000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img</a:t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55352" y="4652440"/>
              <a:ext cx="256075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>소제목 </a:t>
              </a:r>
              <a:r>
                <a:rPr lang="en-US" altLang="ko-KR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>3</a:t>
              </a:r>
              <a:r>
                <a:rPr lang="ko-KR" altLang="en-US" sz="1800" b="1" spc="0" dirty="0">
                  <a:solidFill>
                    <a:srgbClr val="002776"/>
                  </a:solidFill>
                  <a:latin typeface="+mj-ea"/>
                  <a:ea typeface="+mj-ea"/>
                </a:rPr>
                <a:t> </a:t>
              </a:r>
              <a:endParaRPr lang="en-US" altLang="ko-KR" sz="1800" b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096351" y="5110433"/>
              <a:ext cx="2878759" cy="9787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이 곳에 내용을 입력하세요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이 곳에 내용을 입력하세요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1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과정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36600" y="4089400"/>
            <a:ext cx="10693400" cy="0"/>
            <a:chOff x="736600" y="4089400"/>
            <a:chExt cx="10693400" cy="0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736600" y="4089400"/>
              <a:ext cx="33401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/>
          </p:nvCxnSpPr>
          <p:spPr>
            <a:xfrm>
              <a:off x="4413250" y="4089400"/>
              <a:ext cx="33401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/>
            <p:cNvCxnSpPr/>
            <p:nvPr/>
          </p:nvCxnSpPr>
          <p:spPr>
            <a:xfrm>
              <a:off x="8089900" y="4089400"/>
              <a:ext cx="33401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/>
          <p:cNvGrpSpPr/>
          <p:nvPr/>
        </p:nvGrpSpPr>
        <p:grpSpPr>
          <a:xfrm>
            <a:off x="4244975" y="2362200"/>
            <a:ext cx="0" cy="3467100"/>
            <a:chOff x="4244975" y="2362200"/>
            <a:chExt cx="0" cy="3467100"/>
          </a:xfrm>
        </p:grpSpPr>
        <p:cxnSp>
          <p:nvCxnSpPr>
            <p:cNvPr id="33" name="직선 연결선 32"/>
            <p:cNvCxnSpPr/>
            <p:nvPr/>
          </p:nvCxnSpPr>
          <p:spPr>
            <a:xfrm>
              <a:off x="4244975" y="2362200"/>
              <a:ext cx="0" cy="1625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4244975" y="4203700"/>
              <a:ext cx="0" cy="1625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/>
          <p:cNvGrpSpPr/>
          <p:nvPr/>
        </p:nvGrpSpPr>
        <p:grpSpPr>
          <a:xfrm>
            <a:off x="7921625" y="2362200"/>
            <a:ext cx="0" cy="3467100"/>
            <a:chOff x="7921625" y="2362200"/>
            <a:chExt cx="0" cy="3467100"/>
          </a:xfrm>
        </p:grpSpPr>
        <p:cxnSp>
          <p:nvCxnSpPr>
            <p:cNvPr id="34" name="직선 연결선 33"/>
            <p:cNvCxnSpPr/>
            <p:nvPr/>
          </p:nvCxnSpPr>
          <p:spPr>
            <a:xfrm>
              <a:off x="7921625" y="2362200"/>
              <a:ext cx="0" cy="1625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7921625" y="4203700"/>
              <a:ext cx="0" cy="16256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1208716" y="3633468"/>
            <a:ext cx="2395868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1400" b="1" spc="0" dirty="0">
                <a:solidFill>
                  <a:srgbClr val="002776"/>
                </a:solidFill>
                <a:latin typeface="+mj-ea"/>
                <a:ea typeface="+mj-ea"/>
              </a:rPr>
              <a:t>키워드를 입력하세요</a:t>
            </a:r>
            <a:r>
              <a:rPr lang="en-US" altLang="ko-KR" sz="1400" b="1" spc="0" dirty="0">
                <a:solidFill>
                  <a:srgbClr val="002776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21512" y="2142548"/>
            <a:ext cx="2570276" cy="1431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kern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img</a:t>
            </a:r>
            <a:endParaRPr lang="ko-KR" altLang="en-US" sz="1400" kern="10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798162" y="2142548"/>
            <a:ext cx="2570276" cy="1871013"/>
            <a:chOff x="4798162" y="2142548"/>
            <a:chExt cx="2570276" cy="1871013"/>
          </a:xfrm>
        </p:grpSpPr>
        <p:sp>
          <p:nvSpPr>
            <p:cNvPr id="60" name="TextBox 59"/>
            <p:cNvSpPr txBox="1"/>
            <p:nvPr/>
          </p:nvSpPr>
          <p:spPr>
            <a:xfrm>
              <a:off x="4885366" y="3633468"/>
              <a:ext cx="2395868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1400" b="1" spc="0" dirty="0">
                  <a:solidFill>
                    <a:srgbClr val="002776"/>
                  </a:solidFill>
                  <a:latin typeface="+mj-ea"/>
                  <a:ea typeface="+mj-ea"/>
                </a:rPr>
                <a:t>키워드를 입력하세요</a:t>
              </a:r>
              <a:r>
                <a:rPr lang="en-US" altLang="ko-KR" sz="1400" b="1" spc="0" dirty="0">
                  <a:solidFill>
                    <a:srgbClr val="002776"/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4798162" y="2142548"/>
              <a:ext cx="2570276" cy="14311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img</a:t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8562016" y="3633468"/>
            <a:ext cx="2395868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1400" b="1" spc="0" dirty="0">
                <a:solidFill>
                  <a:srgbClr val="002776"/>
                </a:solidFill>
                <a:latin typeface="+mj-ea"/>
                <a:ea typeface="+mj-ea"/>
              </a:rPr>
              <a:t>키워드를 입력하세요</a:t>
            </a:r>
            <a:r>
              <a:rPr lang="en-US" altLang="ko-KR" sz="1400" b="1" spc="0" dirty="0">
                <a:solidFill>
                  <a:srgbClr val="002776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8474812" y="2142548"/>
            <a:ext cx="2570276" cy="1431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kern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img</a:t>
            </a:r>
            <a:endParaRPr lang="ko-KR" altLang="en-US" sz="1400" kern="10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208716" y="5814693"/>
            <a:ext cx="2395868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1400" b="1" spc="0" dirty="0">
                <a:solidFill>
                  <a:srgbClr val="002776"/>
                </a:solidFill>
                <a:latin typeface="+mj-ea"/>
                <a:ea typeface="+mj-ea"/>
              </a:rPr>
              <a:t>키워드를 입력하세요</a:t>
            </a:r>
            <a:r>
              <a:rPr lang="en-US" altLang="ko-KR" sz="1400" b="1" spc="0" dirty="0">
                <a:solidFill>
                  <a:srgbClr val="002776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121512" y="4323773"/>
            <a:ext cx="2570276" cy="1431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kern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img</a:t>
            </a:r>
            <a:endParaRPr lang="ko-KR" altLang="en-US" sz="1400" kern="10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4798162" y="4323773"/>
            <a:ext cx="2570276" cy="1871013"/>
            <a:chOff x="4798162" y="4323773"/>
            <a:chExt cx="2570276" cy="1871013"/>
          </a:xfrm>
        </p:grpSpPr>
        <p:sp>
          <p:nvSpPr>
            <p:cNvPr id="69" name="TextBox 68"/>
            <p:cNvSpPr txBox="1"/>
            <p:nvPr/>
          </p:nvSpPr>
          <p:spPr>
            <a:xfrm>
              <a:off x="4885366" y="5814693"/>
              <a:ext cx="2395868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1400" b="1" spc="0" dirty="0">
                  <a:solidFill>
                    <a:srgbClr val="002776"/>
                  </a:solidFill>
                  <a:latin typeface="+mj-ea"/>
                  <a:ea typeface="+mj-ea"/>
                </a:rPr>
                <a:t>키워드를 입력하세요</a:t>
              </a:r>
              <a:r>
                <a:rPr lang="en-US" altLang="ko-KR" sz="1400" b="1" spc="0" dirty="0">
                  <a:solidFill>
                    <a:srgbClr val="002776"/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4798162" y="4323773"/>
              <a:ext cx="2570276" cy="14311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kern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img</a:t>
              </a:r>
              <a:endParaRPr lang="ko-KR" altLang="en-US" sz="1400" kern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8562016" y="5814693"/>
            <a:ext cx="2395868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1400" b="1" spc="0" dirty="0">
                <a:solidFill>
                  <a:srgbClr val="002776"/>
                </a:solidFill>
                <a:latin typeface="+mj-ea"/>
                <a:ea typeface="+mj-ea"/>
              </a:rPr>
              <a:t>키워드를 입력하세요</a:t>
            </a:r>
            <a:r>
              <a:rPr lang="en-US" altLang="ko-KR" sz="1400" b="1" spc="0" dirty="0">
                <a:solidFill>
                  <a:srgbClr val="002776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8474812" y="4323773"/>
            <a:ext cx="2570276" cy="1431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kern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img</a:t>
            </a:r>
            <a:endParaRPr lang="ko-KR" altLang="en-US" sz="1400" kern="10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29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1675289" y="1842555"/>
            <a:ext cx="8931100" cy="4395517"/>
            <a:chOff x="1541337" y="1399808"/>
            <a:chExt cx="9201720" cy="4528706"/>
          </a:xfrm>
        </p:grpSpPr>
        <p:sp>
          <p:nvSpPr>
            <p:cNvPr id="2" name="타원 1"/>
            <p:cNvSpPr/>
            <p:nvPr/>
          </p:nvSpPr>
          <p:spPr>
            <a:xfrm>
              <a:off x="1541337" y="1399808"/>
              <a:ext cx="4528706" cy="452870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2104448" y="2526030"/>
              <a:ext cx="3402484" cy="340248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/>
            <p:cNvSpPr/>
            <p:nvPr/>
          </p:nvSpPr>
          <p:spPr>
            <a:xfrm>
              <a:off x="2643719" y="3604571"/>
              <a:ext cx="2323943" cy="2323943"/>
            </a:xfrm>
            <a:prstGeom prst="ellipse">
              <a:avLst/>
            </a:prstGeom>
            <a:solidFill>
              <a:srgbClr val="B4C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2" name="그룹 51"/>
            <p:cNvGrpSpPr/>
            <p:nvPr/>
          </p:nvGrpSpPr>
          <p:grpSpPr>
            <a:xfrm>
              <a:off x="3266921" y="1781138"/>
              <a:ext cx="7476135" cy="958158"/>
              <a:chOff x="3266921" y="1781138"/>
              <a:chExt cx="7476135" cy="958158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3266921" y="1797809"/>
                <a:ext cx="1077539" cy="358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600" b="1" dirty="0" smtClean="0">
                    <a:solidFill>
                      <a:srgbClr val="002776"/>
                    </a:solidFill>
                    <a:latin typeface="+mj-ea"/>
                  </a:rPr>
                  <a:t>핵심 단어</a:t>
                </a:r>
                <a:endParaRPr lang="en-US" altLang="ko-KR" sz="1600" b="1" dirty="0" smtClean="0">
                  <a:solidFill>
                    <a:srgbClr val="002776"/>
                  </a:solidFill>
                  <a:latin typeface="+mj-ea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4307632" y="1977121"/>
                <a:ext cx="2868780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직사각형 37"/>
              <p:cNvSpPr/>
              <p:nvPr/>
            </p:nvSpPr>
            <p:spPr>
              <a:xfrm>
                <a:off x="7383421" y="1781138"/>
                <a:ext cx="1189749" cy="3919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b="1" dirty="0">
                    <a:solidFill>
                      <a:srgbClr val="002776"/>
                    </a:solidFill>
                    <a:latin typeface="+mj-ea"/>
                  </a:rPr>
                  <a:t>핵심 단어</a:t>
                </a:r>
                <a:endParaRPr lang="en-US" altLang="ko-KR" b="1" dirty="0">
                  <a:solidFill>
                    <a:srgbClr val="002776"/>
                  </a:solidFill>
                  <a:latin typeface="+mj-ea"/>
                </a:endParaRPr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7383421" y="2187538"/>
                <a:ext cx="3359635" cy="5517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200" b="1" dirty="0" smtClean="0">
                    <a:solidFill>
                      <a:srgbClr val="002776"/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200" b="1" dirty="0" smtClean="0">
                    <a:solidFill>
                      <a:srgbClr val="002776"/>
                    </a:solidFill>
                    <a:latin typeface="+mj-ea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ko-KR" altLang="en-US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텍스트를 수정할 수 있습니다</a:t>
                </a:r>
                <a:r>
                  <a:rPr lang="en-US" altLang="ko-KR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endParaRPr>
              </a:p>
            </p:txBody>
          </p:sp>
        </p:grpSp>
        <p:grpSp>
          <p:nvGrpSpPr>
            <p:cNvPr id="51" name="그룹 50"/>
            <p:cNvGrpSpPr/>
            <p:nvPr/>
          </p:nvGrpSpPr>
          <p:grpSpPr>
            <a:xfrm>
              <a:off x="3266921" y="2985292"/>
              <a:ext cx="7476135" cy="958158"/>
              <a:chOff x="3266921" y="2985292"/>
              <a:chExt cx="7476135" cy="958158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3266921" y="3001963"/>
                <a:ext cx="1077539" cy="358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600" b="1" dirty="0" smtClean="0">
                    <a:solidFill>
                      <a:srgbClr val="002776"/>
                    </a:solidFill>
                    <a:latin typeface="+mj-ea"/>
                  </a:rPr>
                  <a:t>핵심 단어</a:t>
                </a:r>
                <a:endParaRPr lang="en-US" altLang="ko-KR" sz="1600" b="1" dirty="0" smtClean="0">
                  <a:solidFill>
                    <a:srgbClr val="002776"/>
                  </a:solidFill>
                  <a:latin typeface="+mj-ea"/>
                </a:endParaRPr>
              </a:p>
            </p:txBody>
          </p:sp>
          <p:cxnSp>
            <p:nvCxnSpPr>
              <p:cNvPr id="31" name="직선 연결선 30"/>
              <p:cNvCxnSpPr/>
              <p:nvPr/>
            </p:nvCxnSpPr>
            <p:spPr>
              <a:xfrm>
                <a:off x="4307632" y="3181275"/>
                <a:ext cx="2868780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직사각형 38"/>
              <p:cNvSpPr/>
              <p:nvPr/>
            </p:nvSpPr>
            <p:spPr>
              <a:xfrm>
                <a:off x="7383421" y="2985292"/>
                <a:ext cx="1189749" cy="3919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b="1" dirty="0">
                    <a:solidFill>
                      <a:srgbClr val="002776"/>
                    </a:solidFill>
                    <a:latin typeface="+mj-ea"/>
                  </a:rPr>
                  <a:t>핵심 단어</a:t>
                </a:r>
                <a:endParaRPr lang="en-US" altLang="ko-KR" b="1" dirty="0">
                  <a:solidFill>
                    <a:srgbClr val="002776"/>
                  </a:solidFill>
                  <a:latin typeface="+mj-ea"/>
                </a:endParaRP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7383421" y="3391692"/>
                <a:ext cx="3359635" cy="5517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200" b="1" dirty="0" smtClean="0">
                    <a:solidFill>
                      <a:srgbClr val="002776"/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200" b="1" dirty="0" smtClean="0">
                    <a:solidFill>
                      <a:srgbClr val="002776"/>
                    </a:solidFill>
                    <a:latin typeface="+mj-ea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ko-KR" altLang="en-US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텍스트를 수정할 수 있습니다</a:t>
                </a:r>
                <a:r>
                  <a:rPr lang="en-US" altLang="ko-KR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endParaRPr>
              </a:p>
            </p:txBody>
          </p:sp>
        </p:grpSp>
        <p:grpSp>
          <p:nvGrpSpPr>
            <p:cNvPr id="50" name="그룹 49"/>
            <p:cNvGrpSpPr/>
            <p:nvPr/>
          </p:nvGrpSpPr>
          <p:grpSpPr>
            <a:xfrm>
              <a:off x="3266921" y="4564677"/>
              <a:ext cx="7476136" cy="935632"/>
              <a:chOff x="3266921" y="4564677"/>
              <a:chExt cx="7476136" cy="935632"/>
            </a:xfrm>
          </p:grpSpPr>
          <p:sp>
            <p:nvSpPr>
              <p:cNvPr id="29" name="직사각형 28"/>
              <p:cNvSpPr/>
              <p:nvPr/>
            </p:nvSpPr>
            <p:spPr>
              <a:xfrm>
                <a:off x="3266921" y="4587230"/>
                <a:ext cx="1077539" cy="358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600" b="1" dirty="0" smtClean="0">
                    <a:solidFill>
                      <a:srgbClr val="002776"/>
                    </a:solidFill>
                    <a:latin typeface="+mj-ea"/>
                  </a:rPr>
                  <a:t>핵심 단어</a:t>
                </a:r>
                <a:endParaRPr lang="en-US" altLang="ko-KR" sz="1600" b="1" dirty="0" smtClean="0">
                  <a:solidFill>
                    <a:srgbClr val="002776"/>
                  </a:solidFill>
                  <a:latin typeface="+mj-ea"/>
                </a:endParaRPr>
              </a:p>
            </p:txBody>
          </p:sp>
          <p:cxnSp>
            <p:nvCxnSpPr>
              <p:cNvPr id="32" name="직선 연결선 31"/>
              <p:cNvCxnSpPr/>
              <p:nvPr/>
            </p:nvCxnSpPr>
            <p:spPr>
              <a:xfrm>
                <a:off x="4307632" y="4760660"/>
                <a:ext cx="2868780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직사각형 39"/>
              <p:cNvSpPr/>
              <p:nvPr/>
            </p:nvSpPr>
            <p:spPr>
              <a:xfrm>
                <a:off x="7383422" y="4564677"/>
                <a:ext cx="1189749" cy="3919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b="1" dirty="0">
                    <a:solidFill>
                      <a:srgbClr val="002776"/>
                    </a:solidFill>
                    <a:latin typeface="+mj-ea"/>
                  </a:rPr>
                  <a:t>핵심 단어</a:t>
                </a:r>
                <a:endParaRPr lang="en-US" altLang="ko-KR" b="1" dirty="0">
                  <a:solidFill>
                    <a:srgbClr val="002776"/>
                  </a:solidFill>
                  <a:latin typeface="+mj-ea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7383422" y="4971077"/>
                <a:ext cx="3359635" cy="5292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200" b="1" dirty="0">
                    <a:solidFill>
                      <a:srgbClr val="002776"/>
                    </a:solidFill>
                    <a:latin typeface="+mj-ea"/>
                  </a:rPr>
                  <a:t>이 곳에 내용을 입력하세요</a:t>
                </a:r>
                <a:r>
                  <a:rPr lang="en-US" altLang="ko-KR" sz="1200" b="1" dirty="0">
                    <a:solidFill>
                      <a:srgbClr val="002776"/>
                    </a:solidFill>
                    <a:latin typeface="+mj-ea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더블클릭하여 텍스트를 수정할 수 있습니다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. </a:t>
                </a:r>
              </a:p>
            </p:txBody>
          </p:sp>
        </p:grpSp>
      </p:grpSp>
      <p:sp>
        <p:nvSpPr>
          <p:cNvPr id="33" name="TextBox 32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과정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7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720764" y="1999983"/>
            <a:ext cx="10750472" cy="3879055"/>
            <a:chOff x="720764" y="1911083"/>
            <a:chExt cx="10750472" cy="3879055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720764" y="1911083"/>
              <a:ext cx="10750472" cy="56140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933450" y="2590800"/>
              <a:ext cx="0" cy="319933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2408464" y="2590800"/>
              <a:ext cx="0" cy="319933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3883478" y="2590800"/>
              <a:ext cx="0" cy="319933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5358492" y="2590800"/>
              <a:ext cx="0" cy="319933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6833506" y="2590800"/>
              <a:ext cx="0" cy="319933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/>
            <p:nvPr/>
          </p:nvCxnSpPr>
          <p:spPr>
            <a:xfrm>
              <a:off x="8308520" y="2590800"/>
              <a:ext cx="0" cy="319933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>
              <a:off x="9783534" y="2590800"/>
              <a:ext cx="0" cy="319933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/>
            <p:cNvCxnSpPr/>
            <p:nvPr/>
          </p:nvCxnSpPr>
          <p:spPr>
            <a:xfrm>
              <a:off x="11258550" y="2590800"/>
              <a:ext cx="0" cy="319933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모서리가 둥근 직사각형 49"/>
            <p:cNvSpPr/>
            <p:nvPr/>
          </p:nvSpPr>
          <p:spPr>
            <a:xfrm>
              <a:off x="933450" y="2679699"/>
              <a:ext cx="2317750" cy="4994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smtClean="0">
                  <a:solidFill>
                    <a:srgbClr val="002776"/>
                  </a:solidFill>
                </a:rPr>
                <a:t>키워드</a:t>
              </a:r>
              <a:endParaRPr lang="ko-KR" altLang="en-US" sz="1400" b="1" dirty="0">
                <a:solidFill>
                  <a:srgbClr val="002776"/>
                </a:solidFill>
              </a:endParaRP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3251200" y="3295190"/>
              <a:ext cx="2107291" cy="49943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smtClean="0">
                  <a:solidFill>
                    <a:srgbClr val="002776"/>
                  </a:solidFill>
                </a:rPr>
                <a:t>키워드</a:t>
              </a:r>
              <a:endParaRPr lang="ko-KR" altLang="en-US" sz="1400" b="1" dirty="0">
                <a:solidFill>
                  <a:srgbClr val="002776"/>
                </a:solidFill>
              </a:endParaRPr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4513308" y="3910681"/>
              <a:ext cx="3795211" cy="49943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smtClean="0">
                  <a:solidFill>
                    <a:schemeClr val="bg1"/>
                  </a:solidFill>
                </a:rPr>
                <a:t>키워드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5988321" y="4526172"/>
              <a:ext cx="3795211" cy="49943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smtClean="0">
                  <a:solidFill>
                    <a:schemeClr val="bg1"/>
                  </a:solidFill>
                </a:rPr>
                <a:t>키워드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>
            <a:xfrm>
              <a:off x="8308518" y="5141664"/>
              <a:ext cx="2950031" cy="499435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smtClean="0">
                  <a:solidFill>
                    <a:schemeClr val="bg1"/>
                  </a:solidFill>
                </a:rPr>
                <a:t>키워드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262989" y="1982469"/>
              <a:ext cx="81593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ko-KR" sz="1600" b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600" b="1" spc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</a:t>
              </a:r>
              <a:endParaRPr lang="en-US" altLang="ko-KR" sz="1600" b="1" i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738003" y="1982469"/>
              <a:ext cx="81593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ko-KR" sz="1600" b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sz="1600" b="1" spc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</a:t>
              </a:r>
              <a:endParaRPr lang="en-US" altLang="ko-KR" sz="1600" b="1" i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13017" y="1982469"/>
              <a:ext cx="81593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ko-KR" sz="1600" b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600" b="1" spc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</a:t>
              </a:r>
              <a:endParaRPr lang="en-US" altLang="ko-KR" sz="1600" b="1" i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88031" y="1982469"/>
              <a:ext cx="81593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ko-KR" sz="1600" b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600" b="1" spc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</a:t>
              </a:r>
              <a:endParaRPr lang="en-US" altLang="ko-KR" sz="1600" b="1" i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163045" y="1982469"/>
              <a:ext cx="81593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ko-KR" sz="1600" b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9</a:t>
              </a:r>
              <a:r>
                <a:rPr lang="ko-KR" altLang="en-US" sz="1600" b="1" spc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</a:t>
              </a:r>
              <a:endParaRPr lang="en-US" altLang="ko-KR" sz="1600" b="1" i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638059" y="1982469"/>
              <a:ext cx="81593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ko-KR" sz="1600" b="1" spc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10</a:t>
              </a:r>
              <a:r>
                <a:rPr lang="ko-KR" altLang="en-US" sz="1600" b="1" spc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</a:t>
              </a:r>
              <a:endParaRPr lang="en-US" altLang="ko-KR" sz="1600" b="1" i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113073" y="1982469"/>
              <a:ext cx="815936" cy="38009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ko-KR" sz="1600" b="1" spc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11</a:t>
              </a:r>
              <a:r>
                <a:rPr lang="ko-KR" altLang="en-US" sz="1600" b="1" spc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월</a:t>
              </a:r>
              <a:endParaRPr lang="en-US" altLang="ko-KR" sz="1600" b="1" i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1022350" y="3267392"/>
              <a:ext cx="739305" cy="7571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단계 </a:t>
              </a:r>
              <a:r>
                <a:rPr lang="en-US" altLang="ko-KR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1</a:t>
              </a:r>
            </a:p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단계 </a:t>
              </a:r>
              <a:r>
                <a:rPr lang="en-US" altLang="ko-KR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2</a:t>
              </a:r>
            </a:p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단계 </a:t>
              </a:r>
              <a:r>
                <a:rPr lang="en-US" altLang="ko-KR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3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3340100" y="3885086"/>
              <a:ext cx="739305" cy="7571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단계 </a:t>
              </a:r>
              <a:r>
                <a:rPr lang="en-US" altLang="ko-KR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1</a:t>
              </a:r>
            </a:p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단계 </a:t>
              </a:r>
              <a:r>
                <a:rPr lang="en-US" altLang="ko-KR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2</a:t>
              </a:r>
            </a:p>
            <a:p>
              <a:pPr marL="101600" indent="-1016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단계 </a:t>
              </a:r>
              <a:r>
                <a:rPr lang="en-US" altLang="ko-KR" sz="12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rPr>
                <a:t>3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일정표</a:t>
            </a:r>
            <a:endParaRPr lang="en-US" altLang="ko-KR" sz="2400" b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2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내용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07" name="그룹 106"/>
          <p:cNvGrpSpPr/>
          <p:nvPr/>
        </p:nvGrpSpPr>
        <p:grpSpPr>
          <a:xfrm>
            <a:off x="876894" y="2224130"/>
            <a:ext cx="10438213" cy="3947025"/>
            <a:chOff x="876894" y="2224130"/>
            <a:chExt cx="10438213" cy="3947025"/>
          </a:xfrm>
        </p:grpSpPr>
        <p:grpSp>
          <p:nvGrpSpPr>
            <p:cNvPr id="37" name="그룹 36"/>
            <p:cNvGrpSpPr/>
            <p:nvPr/>
          </p:nvGrpSpPr>
          <p:grpSpPr>
            <a:xfrm>
              <a:off x="876894" y="2224130"/>
              <a:ext cx="3234138" cy="1080000"/>
              <a:chOff x="933719" y="2889000"/>
              <a:chExt cx="3234138" cy="1080000"/>
            </a:xfrm>
          </p:grpSpPr>
          <p:sp>
            <p:nvSpPr>
              <p:cNvPr id="22" name="타원 21"/>
              <p:cNvSpPr/>
              <p:nvPr/>
            </p:nvSpPr>
            <p:spPr>
              <a:xfrm>
                <a:off x="933719" y="2889000"/>
                <a:ext cx="1080000" cy="108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icon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endParaRPr>
              </a:p>
            </p:txBody>
          </p:sp>
          <p:grpSp>
            <p:nvGrpSpPr>
              <p:cNvPr id="35" name="그룹 34"/>
              <p:cNvGrpSpPr/>
              <p:nvPr/>
            </p:nvGrpSpPr>
            <p:grpSpPr>
              <a:xfrm>
                <a:off x="2181449" y="2931404"/>
                <a:ext cx="1986408" cy="995193"/>
                <a:chOff x="2019524" y="2857540"/>
                <a:chExt cx="1986408" cy="995193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2019524" y="3206402"/>
                  <a:ext cx="1986408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</a:t>
                  </a:r>
                  <a:endPara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이 곳에 입력하세요</a:t>
                  </a:r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더블클릭하여 수정하세요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2019524" y="2857540"/>
                  <a:ext cx="1445480" cy="345539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16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핵심 단어</a:t>
                  </a:r>
                  <a:endParaRPr lang="en-US" altLang="ko-KR" sz="16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grpSp>
          <p:nvGrpSpPr>
            <p:cNvPr id="66" name="그룹 65"/>
            <p:cNvGrpSpPr/>
            <p:nvPr/>
          </p:nvGrpSpPr>
          <p:grpSpPr>
            <a:xfrm>
              <a:off x="876894" y="3657642"/>
              <a:ext cx="3234138" cy="1080000"/>
              <a:chOff x="933719" y="2889000"/>
              <a:chExt cx="3234138" cy="1080000"/>
            </a:xfrm>
          </p:grpSpPr>
          <p:sp>
            <p:nvSpPr>
              <p:cNvPr id="67" name="타원 66"/>
              <p:cNvSpPr/>
              <p:nvPr/>
            </p:nvSpPr>
            <p:spPr>
              <a:xfrm>
                <a:off x="933719" y="2889000"/>
                <a:ext cx="1080000" cy="108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icon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endParaRPr>
              </a:p>
            </p:txBody>
          </p:sp>
          <p:grpSp>
            <p:nvGrpSpPr>
              <p:cNvPr id="68" name="그룹 67"/>
              <p:cNvGrpSpPr/>
              <p:nvPr/>
            </p:nvGrpSpPr>
            <p:grpSpPr>
              <a:xfrm>
                <a:off x="2181449" y="2931404"/>
                <a:ext cx="1986408" cy="995193"/>
                <a:chOff x="2019524" y="2857540"/>
                <a:chExt cx="1986408" cy="995193"/>
              </a:xfrm>
            </p:grpSpPr>
            <p:sp>
              <p:nvSpPr>
                <p:cNvPr id="69" name="직사각형 68"/>
                <p:cNvSpPr/>
                <p:nvPr/>
              </p:nvSpPr>
              <p:spPr>
                <a:xfrm>
                  <a:off x="2019524" y="3206402"/>
                  <a:ext cx="1986408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</a:t>
                  </a:r>
                  <a:endPara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이 곳에 입력하세요</a:t>
                  </a:r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더블클릭하여 수정하세요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2019524" y="2857540"/>
                  <a:ext cx="1445480" cy="345539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16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핵심 단어</a:t>
                  </a:r>
                  <a:endParaRPr lang="en-US" altLang="ko-KR" sz="16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grpSp>
          <p:nvGrpSpPr>
            <p:cNvPr id="71" name="그룹 70"/>
            <p:cNvGrpSpPr/>
            <p:nvPr/>
          </p:nvGrpSpPr>
          <p:grpSpPr>
            <a:xfrm>
              <a:off x="4478931" y="2224130"/>
              <a:ext cx="3234138" cy="1080000"/>
              <a:chOff x="933719" y="2889000"/>
              <a:chExt cx="3234138" cy="1080000"/>
            </a:xfrm>
          </p:grpSpPr>
          <p:sp>
            <p:nvSpPr>
              <p:cNvPr id="72" name="타원 71"/>
              <p:cNvSpPr/>
              <p:nvPr/>
            </p:nvSpPr>
            <p:spPr>
              <a:xfrm>
                <a:off x="933719" y="2889000"/>
                <a:ext cx="1080000" cy="108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icon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endParaRPr>
              </a:p>
            </p:txBody>
          </p:sp>
          <p:grpSp>
            <p:nvGrpSpPr>
              <p:cNvPr id="73" name="그룹 72"/>
              <p:cNvGrpSpPr/>
              <p:nvPr/>
            </p:nvGrpSpPr>
            <p:grpSpPr>
              <a:xfrm>
                <a:off x="2181449" y="2931404"/>
                <a:ext cx="1986408" cy="995193"/>
                <a:chOff x="2019524" y="2857540"/>
                <a:chExt cx="1986408" cy="995193"/>
              </a:xfrm>
            </p:grpSpPr>
            <p:sp>
              <p:nvSpPr>
                <p:cNvPr id="74" name="직사각형 73"/>
                <p:cNvSpPr/>
                <p:nvPr/>
              </p:nvSpPr>
              <p:spPr>
                <a:xfrm>
                  <a:off x="2019524" y="3206402"/>
                  <a:ext cx="1986408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</a:t>
                  </a:r>
                  <a:endPara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이 곳에 입력하세요</a:t>
                  </a:r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더블클릭하여 수정하세요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2019524" y="2857540"/>
                  <a:ext cx="1445480" cy="345539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16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핵심 단어</a:t>
                  </a:r>
                  <a:endParaRPr lang="en-US" altLang="ko-KR" sz="16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grpSp>
          <p:nvGrpSpPr>
            <p:cNvPr id="76" name="그룹 75"/>
            <p:cNvGrpSpPr/>
            <p:nvPr/>
          </p:nvGrpSpPr>
          <p:grpSpPr>
            <a:xfrm>
              <a:off x="4478931" y="3657642"/>
              <a:ext cx="3234138" cy="1080000"/>
              <a:chOff x="933719" y="2889000"/>
              <a:chExt cx="3234138" cy="1080000"/>
            </a:xfrm>
          </p:grpSpPr>
          <p:sp>
            <p:nvSpPr>
              <p:cNvPr id="77" name="타원 76"/>
              <p:cNvSpPr/>
              <p:nvPr/>
            </p:nvSpPr>
            <p:spPr>
              <a:xfrm>
                <a:off x="933719" y="2889000"/>
                <a:ext cx="1080000" cy="108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icon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endParaRPr>
              </a:p>
            </p:txBody>
          </p:sp>
          <p:grpSp>
            <p:nvGrpSpPr>
              <p:cNvPr id="78" name="그룹 77"/>
              <p:cNvGrpSpPr/>
              <p:nvPr/>
            </p:nvGrpSpPr>
            <p:grpSpPr>
              <a:xfrm>
                <a:off x="2181449" y="2931404"/>
                <a:ext cx="1986408" cy="995193"/>
                <a:chOff x="2019524" y="2857540"/>
                <a:chExt cx="1986408" cy="995193"/>
              </a:xfrm>
            </p:grpSpPr>
            <p:sp>
              <p:nvSpPr>
                <p:cNvPr id="79" name="직사각형 78"/>
                <p:cNvSpPr/>
                <p:nvPr/>
              </p:nvSpPr>
              <p:spPr>
                <a:xfrm>
                  <a:off x="2019524" y="3206402"/>
                  <a:ext cx="1986408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</a:t>
                  </a:r>
                  <a:endPara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이 곳에 입력하세요</a:t>
                  </a:r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더블클릭하여 수정하세요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>
                  <a:off x="2019524" y="2857540"/>
                  <a:ext cx="1445480" cy="345539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16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핵심 단어</a:t>
                  </a:r>
                  <a:endParaRPr lang="en-US" altLang="ko-KR" sz="16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grpSp>
          <p:nvGrpSpPr>
            <p:cNvPr id="81" name="그룹 80"/>
            <p:cNvGrpSpPr/>
            <p:nvPr/>
          </p:nvGrpSpPr>
          <p:grpSpPr>
            <a:xfrm>
              <a:off x="8080969" y="2224130"/>
              <a:ext cx="3234138" cy="1080000"/>
              <a:chOff x="933719" y="2889000"/>
              <a:chExt cx="3234138" cy="1080000"/>
            </a:xfrm>
          </p:grpSpPr>
          <p:sp>
            <p:nvSpPr>
              <p:cNvPr id="82" name="타원 81"/>
              <p:cNvSpPr/>
              <p:nvPr/>
            </p:nvSpPr>
            <p:spPr>
              <a:xfrm>
                <a:off x="933719" y="2889000"/>
                <a:ext cx="1080000" cy="108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icon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endParaRPr>
              </a:p>
            </p:txBody>
          </p:sp>
          <p:grpSp>
            <p:nvGrpSpPr>
              <p:cNvPr id="83" name="그룹 82"/>
              <p:cNvGrpSpPr/>
              <p:nvPr/>
            </p:nvGrpSpPr>
            <p:grpSpPr>
              <a:xfrm>
                <a:off x="2181449" y="2931404"/>
                <a:ext cx="1986408" cy="995193"/>
                <a:chOff x="2019524" y="2857540"/>
                <a:chExt cx="1986408" cy="995193"/>
              </a:xfrm>
            </p:grpSpPr>
            <p:sp>
              <p:nvSpPr>
                <p:cNvPr id="84" name="직사각형 83"/>
                <p:cNvSpPr/>
                <p:nvPr/>
              </p:nvSpPr>
              <p:spPr>
                <a:xfrm>
                  <a:off x="2019524" y="3206402"/>
                  <a:ext cx="1986408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</a:t>
                  </a:r>
                  <a:endPara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이 곳에 입력하세요</a:t>
                  </a:r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더블클릭하여 수정하세요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2019524" y="2857540"/>
                  <a:ext cx="1445480" cy="345539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16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핵심 단어</a:t>
                  </a:r>
                  <a:endParaRPr lang="en-US" altLang="ko-KR" sz="16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grpSp>
          <p:nvGrpSpPr>
            <p:cNvPr id="86" name="그룹 85"/>
            <p:cNvGrpSpPr/>
            <p:nvPr/>
          </p:nvGrpSpPr>
          <p:grpSpPr>
            <a:xfrm>
              <a:off x="8080969" y="3657642"/>
              <a:ext cx="3234138" cy="1080000"/>
              <a:chOff x="933719" y="2889000"/>
              <a:chExt cx="3234138" cy="1080000"/>
            </a:xfrm>
          </p:grpSpPr>
          <p:sp>
            <p:nvSpPr>
              <p:cNvPr id="87" name="타원 86"/>
              <p:cNvSpPr/>
              <p:nvPr/>
            </p:nvSpPr>
            <p:spPr>
              <a:xfrm>
                <a:off x="933719" y="2889000"/>
                <a:ext cx="1080000" cy="108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icon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endParaRPr>
              </a:p>
            </p:txBody>
          </p:sp>
          <p:grpSp>
            <p:nvGrpSpPr>
              <p:cNvPr id="88" name="그룹 87"/>
              <p:cNvGrpSpPr/>
              <p:nvPr/>
            </p:nvGrpSpPr>
            <p:grpSpPr>
              <a:xfrm>
                <a:off x="2181449" y="2931404"/>
                <a:ext cx="1986408" cy="995193"/>
                <a:chOff x="2019524" y="2857540"/>
                <a:chExt cx="1986408" cy="995193"/>
              </a:xfrm>
            </p:grpSpPr>
            <p:sp>
              <p:nvSpPr>
                <p:cNvPr id="89" name="직사각형 88"/>
                <p:cNvSpPr/>
                <p:nvPr/>
              </p:nvSpPr>
              <p:spPr>
                <a:xfrm>
                  <a:off x="2019524" y="3206402"/>
                  <a:ext cx="1986408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</a:t>
                  </a:r>
                  <a:endPara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이 곳에 입력하세요</a:t>
                  </a:r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더블클릭하여 수정하세요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>
                  <a:off x="2019524" y="2857540"/>
                  <a:ext cx="1445480" cy="345539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16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핵심 단어</a:t>
                  </a:r>
                  <a:endParaRPr lang="en-US" altLang="ko-KR" sz="16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grpSp>
          <p:nvGrpSpPr>
            <p:cNvPr id="92" name="그룹 91"/>
            <p:cNvGrpSpPr/>
            <p:nvPr/>
          </p:nvGrpSpPr>
          <p:grpSpPr>
            <a:xfrm>
              <a:off x="876894" y="5091155"/>
              <a:ext cx="3234138" cy="1080000"/>
              <a:chOff x="933719" y="2889000"/>
              <a:chExt cx="3234138" cy="1080000"/>
            </a:xfrm>
          </p:grpSpPr>
          <p:sp>
            <p:nvSpPr>
              <p:cNvPr id="93" name="타원 92"/>
              <p:cNvSpPr/>
              <p:nvPr/>
            </p:nvSpPr>
            <p:spPr>
              <a:xfrm>
                <a:off x="933719" y="2889000"/>
                <a:ext cx="1080000" cy="108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icon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endParaRPr>
              </a:p>
            </p:txBody>
          </p:sp>
          <p:grpSp>
            <p:nvGrpSpPr>
              <p:cNvPr id="94" name="그룹 93"/>
              <p:cNvGrpSpPr/>
              <p:nvPr/>
            </p:nvGrpSpPr>
            <p:grpSpPr>
              <a:xfrm>
                <a:off x="2181449" y="2931404"/>
                <a:ext cx="1986408" cy="995193"/>
                <a:chOff x="2019524" y="2857540"/>
                <a:chExt cx="1986408" cy="995193"/>
              </a:xfrm>
            </p:grpSpPr>
            <p:sp>
              <p:nvSpPr>
                <p:cNvPr id="95" name="직사각형 94"/>
                <p:cNvSpPr/>
                <p:nvPr/>
              </p:nvSpPr>
              <p:spPr>
                <a:xfrm>
                  <a:off x="2019524" y="3206402"/>
                  <a:ext cx="1986408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</a:t>
                  </a:r>
                  <a:endPara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이 곳에 입력하세요</a:t>
                  </a:r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더블클릭하여 수정하세요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96" name="TextBox 95"/>
                <p:cNvSpPr txBox="1"/>
                <p:nvPr/>
              </p:nvSpPr>
              <p:spPr>
                <a:xfrm>
                  <a:off x="2019524" y="2857540"/>
                  <a:ext cx="1445480" cy="345539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16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핵심 단어</a:t>
                  </a:r>
                  <a:endParaRPr lang="en-US" altLang="ko-KR" sz="16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grpSp>
          <p:nvGrpSpPr>
            <p:cNvPr id="97" name="그룹 96"/>
            <p:cNvGrpSpPr/>
            <p:nvPr/>
          </p:nvGrpSpPr>
          <p:grpSpPr>
            <a:xfrm>
              <a:off x="4478931" y="5091155"/>
              <a:ext cx="3234138" cy="1080000"/>
              <a:chOff x="933719" y="2889000"/>
              <a:chExt cx="3234138" cy="1080000"/>
            </a:xfrm>
          </p:grpSpPr>
          <p:sp>
            <p:nvSpPr>
              <p:cNvPr id="98" name="타원 97"/>
              <p:cNvSpPr/>
              <p:nvPr/>
            </p:nvSpPr>
            <p:spPr>
              <a:xfrm>
                <a:off x="933719" y="2889000"/>
                <a:ext cx="1080000" cy="108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icon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endParaRPr>
              </a:p>
            </p:txBody>
          </p:sp>
          <p:grpSp>
            <p:nvGrpSpPr>
              <p:cNvPr id="99" name="그룹 98"/>
              <p:cNvGrpSpPr/>
              <p:nvPr/>
            </p:nvGrpSpPr>
            <p:grpSpPr>
              <a:xfrm>
                <a:off x="2181449" y="2931404"/>
                <a:ext cx="1986408" cy="995193"/>
                <a:chOff x="2019524" y="2857540"/>
                <a:chExt cx="1986408" cy="995193"/>
              </a:xfrm>
            </p:grpSpPr>
            <p:sp>
              <p:nvSpPr>
                <p:cNvPr id="100" name="직사각형 99"/>
                <p:cNvSpPr/>
                <p:nvPr/>
              </p:nvSpPr>
              <p:spPr>
                <a:xfrm>
                  <a:off x="2019524" y="3206402"/>
                  <a:ext cx="1986408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</a:t>
                  </a:r>
                  <a:endPara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이 곳에 입력하세요</a:t>
                  </a:r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더블클릭하여 수정하세요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2019524" y="2857540"/>
                  <a:ext cx="1445480" cy="345539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16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핵심 단어</a:t>
                  </a:r>
                  <a:endParaRPr lang="en-US" altLang="ko-KR" sz="16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grpSp>
          <p:nvGrpSpPr>
            <p:cNvPr id="102" name="그룹 101"/>
            <p:cNvGrpSpPr/>
            <p:nvPr/>
          </p:nvGrpSpPr>
          <p:grpSpPr>
            <a:xfrm>
              <a:off x="8080969" y="5091155"/>
              <a:ext cx="3234138" cy="1080000"/>
              <a:chOff x="933719" y="2889000"/>
              <a:chExt cx="3234138" cy="1080000"/>
            </a:xfrm>
          </p:grpSpPr>
          <p:sp>
            <p:nvSpPr>
              <p:cNvPr id="103" name="타원 102"/>
              <p:cNvSpPr/>
              <p:nvPr/>
            </p:nvSpPr>
            <p:spPr>
              <a:xfrm>
                <a:off x="933719" y="2889000"/>
                <a:ext cx="1080000" cy="108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kern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</a:rPr>
                  <a:t>icon</a:t>
                </a:r>
                <a:endParaRPr lang="ko-KR" altLang="en-US" sz="1400" kern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</a:endParaRPr>
              </a:p>
            </p:txBody>
          </p:sp>
          <p:grpSp>
            <p:nvGrpSpPr>
              <p:cNvPr id="104" name="그룹 103"/>
              <p:cNvGrpSpPr/>
              <p:nvPr/>
            </p:nvGrpSpPr>
            <p:grpSpPr>
              <a:xfrm>
                <a:off x="2181449" y="2931404"/>
                <a:ext cx="1986408" cy="995193"/>
                <a:chOff x="2019524" y="2857540"/>
                <a:chExt cx="1986408" cy="995193"/>
              </a:xfrm>
            </p:grpSpPr>
            <p:sp>
              <p:nvSpPr>
                <p:cNvPr id="105" name="직사각형 104"/>
                <p:cNvSpPr/>
                <p:nvPr/>
              </p:nvSpPr>
              <p:spPr>
                <a:xfrm>
                  <a:off x="2019524" y="3206402"/>
                  <a:ext cx="1986408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rgbClr val="002776"/>
                      </a:solidFill>
                      <a:latin typeface="+mj-ea"/>
                    </a:rPr>
                    <a:t>핵심 단어</a:t>
                  </a:r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에 대한 설명을</a:t>
                  </a:r>
                  <a:endPara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endParaRP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이 곳에 입력하세요</a:t>
                  </a:r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. </a:t>
                  </a:r>
                </a:p>
                <a:p>
                  <a:r>
                    <a:rPr lang="ko-KR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ea"/>
                    </a:rPr>
                    <a:t>더블클릭하여 수정하세요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j-ea"/>
                    </a:rPr>
                    <a:t>.</a:t>
                  </a:r>
                </a:p>
              </p:txBody>
            </p:sp>
            <p:sp>
              <p:nvSpPr>
                <p:cNvPr id="106" name="TextBox 105"/>
                <p:cNvSpPr txBox="1"/>
                <p:nvPr/>
              </p:nvSpPr>
              <p:spPr>
                <a:xfrm>
                  <a:off x="2019524" y="2857540"/>
                  <a:ext cx="1445480" cy="345539"/>
                </a:xfrm>
                <a:prstGeom prst="rect">
                  <a:avLst/>
                </a:prstGeom>
              </p:spPr>
              <p:txBody>
                <a:bodyPr anchor="ctr">
                  <a:noAutofit/>
                </a:bodyPr>
                <a:lstStyle>
                  <a:defPPr>
                    <a:defRPr lang="ko-KR"/>
                  </a:defPPr>
                  <a:lvl1pPr indent="0" eaLnBrk="0" hangingPunct="0">
                    <a:lnSpc>
                      <a:spcPct val="90000"/>
                    </a:lnSpc>
                    <a:spcBef>
                      <a:spcPts val="1000"/>
                    </a:spcBef>
                    <a:buFont typeface="Arial" pitchFamily="34" charset="0"/>
                    <a:buNone/>
                    <a:defRPr sz="3600" b="0" kern="1000" spc="-70" baseline="0">
                      <a:solidFill>
                        <a:srgbClr val="23693A"/>
                      </a:solidFill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defRPr>
                  </a:lvl1pPr>
                  <a:lvl2pPr marL="6858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400"/>
                  </a:lvl2pPr>
                  <a:lvl3pPr marL="11430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  <a:defRPr sz="2000"/>
                  </a:lvl3pPr>
                  <a:lvl4pPr marL="16002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4pPr>
                  <a:lvl5pPr marL="2057400" indent="-228600" eaLnBrk="0" hangingPunct="0">
                    <a:lnSpc>
                      <a:spcPct val="90000"/>
                    </a:lnSpc>
                    <a:spcBef>
                      <a:spcPts val="500"/>
                    </a:spcBef>
                    <a:buFont typeface="Arial" pitchFamily="34" charset="0"/>
                    <a:buChar char="•"/>
                  </a:lvl5pPr>
                  <a:lvl6pPr marL="25146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6pPr>
                  <a:lvl7pPr marL="29718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7pPr>
                  <a:lvl8pPr marL="3429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8pPr>
                  <a:lvl9pPr marL="3886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ko-KR" altLang="en-US" sz="1600" b="1" spc="0" dirty="0" smtClean="0">
                      <a:solidFill>
                        <a:srgbClr val="002776"/>
                      </a:solidFill>
                      <a:latin typeface="+mj-ea"/>
                      <a:ea typeface="+mj-ea"/>
                    </a:rPr>
                    <a:t>핵심 단어</a:t>
                  </a:r>
                  <a:endParaRPr lang="en-US" altLang="ko-KR" sz="1600" b="1" i="1" spc="0" dirty="0">
                    <a:solidFill>
                      <a:srgbClr val="002776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27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0800000" flipH="1" flipV="1">
            <a:off x="0" y="1"/>
            <a:ext cx="12192000" cy="8477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7387" y="91964"/>
            <a:ext cx="2872424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>
              <a:lnSpc>
                <a:spcPct val="70000"/>
              </a:lnSpc>
            </a:pPr>
            <a:r>
              <a:rPr lang="en-US" altLang="ko-KR" sz="9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9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05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05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364" y="3441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TEXT</a:t>
            </a:r>
            <a:endParaRPr lang="en-US" altLang="ko-KR" sz="20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0" y="220766"/>
            <a:ext cx="902661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2" y="6480597"/>
            <a:ext cx="121919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3" descr="D:\1.design\1.CI\2.효성ITX\효성ITX-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820" y="6620334"/>
            <a:ext cx="920905" cy="1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-990615" y="69574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도식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b="1" dirty="0" smtClean="0">
                <a:solidFill>
                  <a:srgbClr val="002060"/>
                </a:solidFill>
                <a:latin typeface="+mj-ea"/>
              </a:rPr>
              <a:t>템플릿</a:t>
            </a:r>
            <a:endParaRPr lang="en-US" altLang="ko-KR" b="1" dirty="0" smtClean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25182" y="1283969"/>
            <a:ext cx="4741636" cy="380093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100000"/>
              </a:lnSpc>
            </a:pPr>
            <a:r>
              <a:rPr lang="ko-KR" altLang="en-US" sz="2400" b="1" spc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개요</a:t>
            </a:r>
            <a:endParaRPr lang="en-US" altLang="ko-KR" sz="2400" b="1" i="1" spc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817857" y="2304783"/>
            <a:ext cx="10556287" cy="1048402"/>
            <a:chOff x="914949" y="2485758"/>
            <a:chExt cx="10556287" cy="1048402"/>
          </a:xfrm>
        </p:grpSpPr>
        <p:sp>
          <p:nvSpPr>
            <p:cNvPr id="57" name="직사각형 56"/>
            <p:cNvSpPr/>
            <p:nvPr/>
          </p:nvSpPr>
          <p:spPr>
            <a:xfrm>
              <a:off x="1153074" y="2887829"/>
              <a:ext cx="367121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</a:rPr>
                <a:t>핵심 단어에 대한 </a:t>
              </a:r>
              <a:r>
                <a:rPr lang="ko-KR" altLang="en-US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</a:rPr>
                <a:t>설명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을 이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곳에 입력하세요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  <a:p>
              <a:endPara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14949" y="2538967"/>
              <a:ext cx="1445480" cy="345539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6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1. </a:t>
              </a:r>
              <a:r>
                <a:rPr lang="ko-KR" altLang="en-US" sz="16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핵심 단어</a:t>
              </a:r>
              <a:endParaRPr lang="en-US" altLang="ko-KR" sz="1600" b="1" i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  <p:cxnSp>
          <p:nvCxnSpPr>
            <p:cNvPr id="14" name="직선 화살표 연결선 13"/>
            <p:cNvCxnSpPr/>
            <p:nvPr/>
          </p:nvCxnSpPr>
          <p:spPr>
            <a:xfrm>
              <a:off x="2343150" y="2705100"/>
              <a:ext cx="4138743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grpSp>
          <p:nvGrpSpPr>
            <p:cNvPr id="17" name="그룹 16"/>
            <p:cNvGrpSpPr/>
            <p:nvPr/>
          </p:nvGrpSpPr>
          <p:grpSpPr>
            <a:xfrm>
              <a:off x="6686550" y="2485758"/>
              <a:ext cx="4784686" cy="561406"/>
              <a:chOff x="6686550" y="2952483"/>
              <a:chExt cx="4784686" cy="561406"/>
            </a:xfrm>
          </p:grpSpPr>
          <p:sp>
            <p:nvSpPr>
              <p:cNvPr id="62" name="모서리가 둥근 직사각형 61"/>
              <p:cNvSpPr/>
              <p:nvPr/>
            </p:nvSpPr>
            <p:spPr>
              <a:xfrm>
                <a:off x="6686550" y="2952483"/>
                <a:ext cx="4784686" cy="56140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양쪽 모서리가 둥근 사각형 14"/>
              <p:cNvSpPr/>
              <p:nvPr/>
            </p:nvSpPr>
            <p:spPr>
              <a:xfrm rot="5400000">
                <a:off x="9665885" y="1708540"/>
                <a:ext cx="561405" cy="3049293"/>
              </a:xfrm>
              <a:prstGeom prst="round2SameRect">
                <a:avLst/>
              </a:prstGeom>
              <a:solidFill>
                <a:srgbClr val="8FAA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kern="1000" dirty="0">
                  <a:solidFill>
                    <a:srgbClr val="002776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620216" y="3048520"/>
                <a:ext cx="6527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b="1" kern="1000" dirty="0" smtClean="0">
                    <a:solidFill>
                      <a:srgbClr val="002776"/>
                    </a:solidFill>
                    <a:latin typeface="+mj-ea"/>
                  </a:rPr>
                  <a:t>00</a:t>
                </a:r>
                <a:r>
                  <a:rPr lang="en-US" altLang="ko-KR" b="1" kern="1000" dirty="0">
                    <a:solidFill>
                      <a:srgbClr val="002776"/>
                    </a:solidFill>
                    <a:latin typeface="+mj-ea"/>
                  </a:rPr>
                  <a:t>%</a:t>
                </a:r>
                <a:endParaRPr lang="ko-KR" altLang="en-US" b="1" kern="1000" dirty="0">
                  <a:solidFill>
                    <a:srgbClr val="002776"/>
                  </a:solidFill>
                  <a:latin typeface="+mj-ea"/>
                </a:endParaRPr>
              </a:p>
            </p:txBody>
          </p:sp>
        </p:grpSp>
      </p:grpSp>
      <p:grpSp>
        <p:nvGrpSpPr>
          <p:cNvPr id="20" name="그룹 19"/>
          <p:cNvGrpSpPr/>
          <p:nvPr/>
        </p:nvGrpSpPr>
        <p:grpSpPr>
          <a:xfrm>
            <a:off x="817857" y="3552558"/>
            <a:ext cx="10556287" cy="1048402"/>
            <a:chOff x="914949" y="3733533"/>
            <a:chExt cx="10556287" cy="1048402"/>
          </a:xfrm>
        </p:grpSpPr>
        <p:sp>
          <p:nvSpPr>
            <p:cNvPr id="108" name="직사각형 107"/>
            <p:cNvSpPr/>
            <p:nvPr/>
          </p:nvSpPr>
          <p:spPr>
            <a:xfrm>
              <a:off x="1153074" y="4135604"/>
              <a:ext cx="367121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</a:rPr>
                <a:t>핵심 단어에 대한 설명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을 이 곳에 입력하세요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</a:p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  <a:p>
              <a:endPara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14949" y="3786742"/>
              <a:ext cx="1445480" cy="345539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6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2. </a:t>
              </a:r>
              <a:r>
                <a:rPr lang="ko-KR" altLang="en-US" sz="16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핵심 단어</a:t>
              </a:r>
              <a:endParaRPr lang="en-US" altLang="ko-KR" sz="1600" b="1" i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  <p:cxnSp>
          <p:nvCxnSpPr>
            <p:cNvPr id="110" name="직선 화살표 연결선 109"/>
            <p:cNvCxnSpPr/>
            <p:nvPr/>
          </p:nvCxnSpPr>
          <p:spPr>
            <a:xfrm>
              <a:off x="2343150" y="3952875"/>
              <a:ext cx="4138743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grpSp>
          <p:nvGrpSpPr>
            <p:cNvPr id="111" name="그룹 110"/>
            <p:cNvGrpSpPr/>
            <p:nvPr/>
          </p:nvGrpSpPr>
          <p:grpSpPr>
            <a:xfrm>
              <a:off x="6686550" y="3733533"/>
              <a:ext cx="4784686" cy="561406"/>
              <a:chOff x="6686550" y="2952483"/>
              <a:chExt cx="4784686" cy="561406"/>
            </a:xfrm>
          </p:grpSpPr>
          <p:sp>
            <p:nvSpPr>
              <p:cNvPr id="112" name="모서리가 둥근 직사각형 111"/>
              <p:cNvSpPr/>
              <p:nvPr/>
            </p:nvSpPr>
            <p:spPr>
              <a:xfrm>
                <a:off x="6686550" y="2952483"/>
                <a:ext cx="4784686" cy="56140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양쪽 모서리가 둥근 사각형 112"/>
              <p:cNvSpPr/>
              <p:nvPr/>
            </p:nvSpPr>
            <p:spPr>
              <a:xfrm rot="5400000">
                <a:off x="10062153" y="2104809"/>
                <a:ext cx="561405" cy="2256756"/>
              </a:xfrm>
              <a:prstGeom prst="round2SameRect">
                <a:avLst/>
              </a:prstGeom>
              <a:solidFill>
                <a:srgbClr val="8FAA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kern="1000" dirty="0">
                  <a:solidFill>
                    <a:srgbClr val="002776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14" name="직사각형 113"/>
              <p:cNvSpPr/>
              <p:nvPr/>
            </p:nvSpPr>
            <p:spPr>
              <a:xfrm>
                <a:off x="10016484" y="3048520"/>
                <a:ext cx="6527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b="1" kern="1000" dirty="0" smtClean="0">
                    <a:solidFill>
                      <a:srgbClr val="002776"/>
                    </a:solidFill>
                    <a:latin typeface="+mj-ea"/>
                  </a:rPr>
                  <a:t>00</a:t>
                </a:r>
                <a:r>
                  <a:rPr lang="en-US" altLang="ko-KR" b="1" kern="1000" dirty="0">
                    <a:solidFill>
                      <a:srgbClr val="002776"/>
                    </a:solidFill>
                    <a:latin typeface="+mj-ea"/>
                  </a:rPr>
                  <a:t>%</a:t>
                </a:r>
                <a:endParaRPr lang="ko-KR" altLang="en-US" b="1" kern="1000" dirty="0">
                  <a:solidFill>
                    <a:srgbClr val="002776"/>
                  </a:solidFill>
                  <a:latin typeface="+mj-ea"/>
                </a:endParaRPr>
              </a:p>
            </p:txBody>
          </p:sp>
        </p:grpSp>
      </p:grpSp>
      <p:grpSp>
        <p:nvGrpSpPr>
          <p:cNvPr id="21" name="그룹 20"/>
          <p:cNvGrpSpPr/>
          <p:nvPr/>
        </p:nvGrpSpPr>
        <p:grpSpPr>
          <a:xfrm>
            <a:off x="817857" y="4800333"/>
            <a:ext cx="10556287" cy="1048402"/>
            <a:chOff x="914949" y="4981308"/>
            <a:chExt cx="10556287" cy="1048402"/>
          </a:xfrm>
        </p:grpSpPr>
        <p:sp>
          <p:nvSpPr>
            <p:cNvPr id="116" name="직사각형 115"/>
            <p:cNvSpPr/>
            <p:nvPr/>
          </p:nvSpPr>
          <p:spPr>
            <a:xfrm>
              <a:off x="1153074" y="5383379"/>
              <a:ext cx="367121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</a:rPr>
                <a:t>핵심 단어에 대한 설명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을 이 곳에 입력하세요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 </a:t>
              </a:r>
            </a:p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더블클릭하여 수정하세요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.</a:t>
              </a:r>
            </a:p>
            <a:p>
              <a:endPara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14949" y="5034517"/>
              <a:ext cx="1445480" cy="345539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defPPr>
                <a:defRPr lang="ko-KR"/>
              </a:defPPr>
              <a:lvl1pPr indent="0" eaLnBrk="0" hangingPunct="0">
                <a:lnSpc>
                  <a:spcPct val="90000"/>
                </a:lnSpc>
                <a:spcBef>
                  <a:spcPts val="1000"/>
                </a:spcBef>
                <a:buFont typeface="Arial" pitchFamily="34" charset="0"/>
                <a:buNone/>
                <a:defRPr sz="3600" b="0" kern="1000" spc="-70" baseline="0">
                  <a:solidFill>
                    <a:srgbClr val="23693A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  <a:lvl2pPr marL="6858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400"/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  <a:defRPr sz="2000"/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6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3. </a:t>
              </a:r>
              <a:r>
                <a:rPr lang="ko-KR" altLang="en-US" sz="1600" b="1" spc="0" dirty="0" smtClean="0">
                  <a:solidFill>
                    <a:srgbClr val="002776"/>
                  </a:solidFill>
                  <a:latin typeface="+mj-ea"/>
                  <a:ea typeface="+mj-ea"/>
                </a:rPr>
                <a:t>핵심 단어</a:t>
              </a:r>
              <a:endParaRPr lang="en-US" altLang="ko-KR" sz="1600" b="1" i="1" spc="0" dirty="0">
                <a:solidFill>
                  <a:srgbClr val="002776"/>
                </a:solidFill>
                <a:latin typeface="+mj-ea"/>
                <a:ea typeface="+mj-ea"/>
              </a:endParaRPr>
            </a:p>
          </p:txBody>
        </p:sp>
        <p:cxnSp>
          <p:nvCxnSpPr>
            <p:cNvPr id="118" name="직선 화살표 연결선 117"/>
            <p:cNvCxnSpPr/>
            <p:nvPr/>
          </p:nvCxnSpPr>
          <p:spPr>
            <a:xfrm>
              <a:off x="2343150" y="5200650"/>
              <a:ext cx="4138743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grpSp>
          <p:nvGrpSpPr>
            <p:cNvPr id="119" name="그룹 118"/>
            <p:cNvGrpSpPr/>
            <p:nvPr/>
          </p:nvGrpSpPr>
          <p:grpSpPr>
            <a:xfrm>
              <a:off x="6686550" y="4981308"/>
              <a:ext cx="4784686" cy="561406"/>
              <a:chOff x="6686550" y="2952483"/>
              <a:chExt cx="4784686" cy="561406"/>
            </a:xfrm>
          </p:grpSpPr>
          <p:sp>
            <p:nvSpPr>
              <p:cNvPr id="120" name="모서리가 둥근 직사각형 119"/>
              <p:cNvSpPr/>
              <p:nvPr/>
            </p:nvSpPr>
            <p:spPr>
              <a:xfrm>
                <a:off x="6686550" y="2952483"/>
                <a:ext cx="4784686" cy="56140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양쪽 모서리가 둥근 사각형 120"/>
              <p:cNvSpPr/>
              <p:nvPr/>
            </p:nvSpPr>
            <p:spPr>
              <a:xfrm rot="5400000">
                <a:off x="9332510" y="1375165"/>
                <a:ext cx="561405" cy="3716043"/>
              </a:xfrm>
              <a:prstGeom prst="round2SameRect">
                <a:avLst/>
              </a:prstGeom>
              <a:solidFill>
                <a:srgbClr val="8FAA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kern="1000" dirty="0">
                  <a:solidFill>
                    <a:srgbClr val="002776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2" name="직사각형 121"/>
              <p:cNvSpPr/>
              <p:nvPr/>
            </p:nvSpPr>
            <p:spPr>
              <a:xfrm>
                <a:off x="9286841" y="3048520"/>
                <a:ext cx="6527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b="1" kern="1000" dirty="0" smtClean="0">
                    <a:solidFill>
                      <a:srgbClr val="002776"/>
                    </a:solidFill>
                    <a:latin typeface="+mj-ea"/>
                  </a:rPr>
                  <a:t>00</a:t>
                </a:r>
                <a:r>
                  <a:rPr lang="en-US" altLang="ko-KR" b="1" kern="1000" dirty="0">
                    <a:solidFill>
                      <a:srgbClr val="002776"/>
                    </a:solidFill>
                    <a:latin typeface="+mj-ea"/>
                  </a:rPr>
                  <a:t>%</a:t>
                </a:r>
                <a:endParaRPr lang="ko-KR" altLang="en-US" b="1" kern="1000" dirty="0">
                  <a:solidFill>
                    <a:srgbClr val="002776"/>
                  </a:solidFill>
                  <a:latin typeface="+mj-ea"/>
                </a:endParaRPr>
              </a:p>
            </p:txBody>
          </p: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2EA726-A573-4B4F-AB82-8A3DAF433AFD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04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5963" y="2103054"/>
            <a:ext cx="6735249" cy="758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000" b="1" dirty="0">
                <a:solidFill>
                  <a:schemeClr val="bg2">
                    <a:lumMod val="50000"/>
                  </a:schemeClr>
                </a:solidFill>
                <a:latin typeface="+mj-ea"/>
                <a:cs typeface="Malgun Gothic" charset="-127"/>
              </a:rPr>
              <a:t>End of Document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1320114"/>
            <a:ext cx="1844040" cy="2324100"/>
          </a:xfrm>
          <a:prstGeom prst="rect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5611" y="3290334"/>
            <a:ext cx="4745405" cy="25760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ko-KR"/>
            </a:defPPr>
            <a:lvl1pPr indent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  <a:defRPr sz="3600" b="0" kern="1000" spc="-70" baseline="0">
                <a:solidFill>
                  <a:srgbClr val="23693A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6858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/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/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70000"/>
              </a:lnSpc>
            </a:pPr>
            <a:r>
              <a:rPr lang="en-US" altLang="ko-KR" sz="1200" b="1" spc="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Digital Transformation Leader</a:t>
            </a:r>
            <a:r>
              <a:rPr lang="en-US" altLang="ko-KR" sz="1200" b="1" spc="0" dirty="0" smtClean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ko-KR" sz="1600" b="1" spc="0" dirty="0" smtClean="0">
                <a:solidFill>
                  <a:srgbClr val="113462"/>
                </a:solidFill>
                <a:latin typeface="+mj-ea"/>
                <a:ea typeface="+mj-ea"/>
              </a:rPr>
              <a:t>HYOSUNG ITX</a:t>
            </a:r>
            <a:endParaRPr lang="en-US" altLang="ko-KR" sz="1600" b="1" i="1" spc="0" dirty="0">
              <a:solidFill>
                <a:srgbClr val="113462"/>
              </a:solidFill>
              <a:latin typeface="+mj-ea"/>
              <a:ea typeface="+mj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6119814" y="3390561"/>
            <a:ext cx="607218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00785" y="3390561"/>
            <a:ext cx="88477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 rot="5400000" flipH="1">
            <a:off x="5703570" y="369565"/>
            <a:ext cx="784860" cy="121920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1995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1514</TotalTime>
  <Words>1129</Words>
  <Application>Microsoft Office PowerPoint</Application>
  <PresentationFormat>와이드스크린</PresentationFormat>
  <Paragraphs>335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6" baseType="lpstr">
      <vt:lpstr>맑은 고딕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57</cp:revision>
  <cp:lastPrinted>2025-07-02T05:54:58Z</cp:lastPrinted>
  <dcterms:created xsi:type="dcterms:W3CDTF">2025-06-27T06:44:15Z</dcterms:created>
  <dcterms:modified xsi:type="dcterms:W3CDTF">2025-08-11T02:51:56Z</dcterms:modified>
</cp:coreProperties>
</file>