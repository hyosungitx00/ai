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031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Malgun Gothic"/>
              </a:rPr>
              <a:t>지금까지 논의한 내용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10896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B8C8D8"/>
                </a:solidFill>
                <a:latin typeface="Malgun Gothic"/>
              </a:rPr>
              <a:t>질문 집계 → A/B 세션 비교 → 채점 방식 → Hard Gate 보정
(기승전결보다, 대화가 진행된 순서대로)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Malgun Gothic"/>
              </a:rPr>
              <a:t>논의 정리  |  Cursor × ABAP Ops Monitor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1F3A"/>
                </a:solidFill>
                <a:latin typeface="Malgun Gothic"/>
              </a:rPr>
              <a:t>오늘 정리하는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b="0">
                <a:solidFill>
                  <a:srgbClr val="1A1A1A"/>
                </a:solidFill>
                <a:latin typeface="Malgun Gothic"/>
              </a:rPr>
              <a:t>① 이 AI 폴더에서 무엇을 물었나 (질문 유형·개수)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A1A1A"/>
                </a:solidFill>
                <a:latin typeface="Malgun Gothic"/>
              </a:rPr>
              <a:t>② 집계 범위 — 어떤 세션까지 셀 수 있었나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A1A1A"/>
                </a:solidFill>
                <a:latin typeface="Malgun Gothic"/>
              </a:rPr>
              <a:t>③ Session A와 B의 관계 (Skills를 만들어 재현에 씀)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A1A1A"/>
                </a:solidFill>
                <a:latin typeface="Malgun Gothic"/>
              </a:rPr>
              <a:t>④ DoD / ‘만족할 때까지 질문 수’가 객관적이지 않다는 문제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A1A1A"/>
                </a:solidFill>
                <a:latin typeface="Malgun Gothic"/>
              </a:rPr>
              <a:t>⑤ Parity 채점표로 품질을 다시 잼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A1A1A"/>
                </a:solidFill>
                <a:latin typeface="Malgun Gothic"/>
              </a:rPr>
              <a:t>⑥ 질문 수에 따라 점수가 어떻게 올랐는지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A1A1A"/>
                </a:solidFill>
                <a:latin typeface="Malgun Gothic"/>
              </a:rPr>
              <a:t>⑦ Hard Gate — 에러·미동작이면 PASS 불가 (곡선 보정)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A1A1A"/>
                </a:solidFill>
                <a:latin typeface="Malgun Gothic"/>
              </a:rPr>
              <a:t>⑧ 일반화에 대한 추정과 한계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5A5A"/>
                </a:solidFill>
                <a:latin typeface="Malgun Gothic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Malgun Gothic"/>
              </a:rPr>
              <a:t>논의 정리  |  Cursor × ABAP Ops Monitor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1F3A"/>
                </a:solidFill>
                <a:latin typeface="Malgun Gothic"/>
              </a:rPr>
              <a:t>① 주로 한 질문 유형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Malgun Gothic"/>
              </a:rPr>
              <a:t>SE38 붙여넣기용 전체/부분 소스 요청 (GitHub·경로 접근 어려움)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Malgun Gothic"/>
              </a:rPr>
              <a:t>컴파일·활성화 오류 수정 (타입, ECC API, DATUM, 문자열 템플릿…)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Malgun Gothic"/>
              </a:rPr>
              <a:t>UX·차트·레이아웃 다듬기 (비율, 색, 툴바, 팝업)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Malgun Gothic"/>
              </a:rPr>
              <a:t>실기 증상 (빈 화면, 팝업 X, ST22 미표시, 더블클릭 동작)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Malgun Gothic"/>
              </a:rPr>
              <a:t>Selection Screen / Dynpro 설정 가이드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Malgun Gothic"/>
              </a:rPr>
              <a:t>후반: 질문 요약·개수 집계·A/B 비교·채점 방식 논의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5A5A"/>
                </a:solidFill>
                <a:latin typeface="Malgun Gothic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Malgun Gothic"/>
              </a:rPr>
              <a:t>논의 정리  |  Cursor × ABAP Ops Monitor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1F3A"/>
                </a:solidFill>
                <a:latin typeface="Malgun Gothic"/>
              </a:rPr>
              <a:t>① 질문 개수 (접근 가능 2세션 합산)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286000"/>
                <a:gridCol w="4572000"/>
              </a:tblGrid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개수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비고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총 질문 (메타·시스템 제외)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약 124~126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요약/집계 질문 제외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오류 관련 (중복 제거)</a:t>
                      </a:r>
                    </a:p>
                  </a:txBody>
                  <a:tcPr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23</a:t>
                      </a:r>
                    </a:p>
                  </a:txBody>
                  <a:tcPr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같은 오류 재보고는 1건</a:t>
                      </a:r>
                    </a:p>
                  </a:txBody>
                  <a:tcPr>
                    <a:solidFill>
                      <a:srgbClr val="E8EEF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단순 기능 수정 (중복 제거)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13~15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UX·컬럼·색·팝업 polish 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40233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1A1A1A"/>
                </a:solidFill>
                <a:latin typeface="Malgun Gothic"/>
              </a:rPr>
              <a:t>통짜 소스 / `계속` / 발표자료 / 권한·설계 확정은 ‘총 질문’에는 들어가나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A1A1A"/>
                </a:solidFill>
                <a:latin typeface="Malgun Gothic"/>
              </a:rPr>
              <a:t>오류·기능수정 버킷에는 넣지 않음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5A5A"/>
                </a:solidFill>
                <a:latin typeface="Malgun Gothic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Malgun Gothic"/>
              </a:rPr>
              <a:t>논의 정리  |  Cursor × ABAP Ops Monitor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1F3A"/>
                </a:solidFill>
                <a:latin typeface="Malgun Gothic"/>
              </a:rPr>
              <a:t>② 집계 범위 — 보이는 세션 ≠ 전부 열리는 세션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Malgun Gothic"/>
              </a:rPr>
              <a:t>집계에 들어간 것: Awesome skills automation + 통합 운영 모니터링 대시보드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Malgun Gothic"/>
              </a:rPr>
              <a:t>UI에는 약 5개 세션이 보여도, 전사(transcript) API로는 위 2개만 열림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Malgun Gothic"/>
              </a:rPr>
              <a:t>SELECT-OPTIONS 설계서 세션 등(PR #6 등)은 프로그램 관련이지만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Malgun Gothic"/>
              </a:rPr>
              <a:t>  → 만료/접근 불가로 개수에 못 넣음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Malgun Gothic"/>
              </a:rPr>
              <a:t>즉, ‘이 폴더의 모든 과거 대화’가 아니라 ‘지금 읽을 수 있는 대화’ 기준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5A5A"/>
                </a:solidFill>
                <a:latin typeface="Malgun Gothic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Malgun Gothic"/>
              </a:rPr>
              <a:t>논의 정리  |  Cursor × ABAP Ops Monitor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1F3A"/>
                </a:solidFill>
                <a:latin typeface="Malgun Gothic"/>
              </a:rPr>
              <a:t>③ Session A → Skills → Session B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17320"/>
          <a:ext cx="111556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572000"/>
                <a:gridCol w="4572000"/>
              </a:tblGrid>
              <a:tr h="585216">
                <a:tc>
                  <a:txBody>
                    <a:bodyPr/>
                    <a:lstStyle/>
                    <a:p/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A Awesome skills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B 통합 운영 모니터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한 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장기 구현 + 오류/UX 루프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설계서+Skills로 Greenfield 재구현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끝에</a:t>
                      </a:r>
                    </a:p>
                  </a:txBody>
                  <a:tcPr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Preflight·UX·Intake·Delivery 정착</a:t>
                      </a:r>
                    </a:p>
                  </a:txBody>
                  <a:tcPr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같은 규칙을 적용해 재현</a:t>
                      </a:r>
                    </a:p>
                  </a:txBody>
                  <a:tcPr>
                    <a:solidFill>
                      <a:srgbClr val="E8EEF3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공정 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≈63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≈16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E_compile</a:t>
                      </a:r>
                    </a:p>
                  </a:txBody>
                  <a:tcPr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~18+</a:t>
                      </a:r>
                    </a:p>
                  </a:txBody>
                  <a:tcPr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2</a:t>
                      </a:r>
                    </a:p>
                  </a:txBody>
                  <a:tcPr>
                    <a:solidFill>
                      <a:srgbClr val="E8EEF3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46634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Malgun Gothic"/>
              </a:rPr>
              <a:t>맞음: A에서 겪은 오류·취향을 Skill로 고착하고, B에서 그걸로 다시 만든 구조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5A5A"/>
                </a:solidFill>
                <a:latin typeface="Malgun Gothic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Malgun Gothic"/>
              </a:rPr>
              <a:t>논의 정리  |  Cursor × ABAP Ops Monitor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1F3A"/>
                </a:solidFill>
                <a:latin typeface="Malgun Gothic"/>
              </a:rPr>
              <a:t>③ 구체적으로 추가된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Malgun Gothic"/>
              </a:rPr>
              <a:t>Rules: 읽기전용 · SE38 붙여넣기 · 선언부+구현 동시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Malgun Gothic"/>
              </a:rPr>
              <a:t>Preflight P1~P10: 선언 누락, ECC fcode, IGS 추측 금지, CSS {}, 타입…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Malgun Gothic"/>
              </a:rPr>
              <a:t>Ops Monitor UX: HTML 차트/팝업, 영역색, ALV 최소 툴바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Malgun Gothic"/>
              </a:rPr>
              <a:t>Intake: 모호한 ‘있어보이게’를 ≤8 선택지로 한 번 계약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Malgun Gothic"/>
              </a:rPr>
              <a:t>B에서 줄어든 것: IGS API 루프, MC_FC_*, LS-DATUM 장루프, MESSAGE 팝업 탐색 등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Malgun Gothic"/>
              </a:rPr>
              <a:t>B에도 남은 것: MANDT/WRITE, 부분 붙여넣기 잔재, Dynpro 수작업, 팝업X, ST22 공백…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5A5A"/>
                </a:solidFill>
                <a:latin typeface="Malgun Gothic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Malgun Gothic"/>
              </a:rPr>
              <a:t>논의 정리  |  Cursor × ABAP Ops Monitor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1F3A"/>
                </a:solidFill>
                <a:latin typeface="Malgun Gothic"/>
              </a:rPr>
              <a:t>④ 객관성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b="0">
                <a:solidFill>
                  <a:srgbClr val="1A1A1A"/>
                </a:solidFill>
                <a:latin typeface="Malgun Gothic"/>
              </a:rPr>
              <a:t>기존: 사용자가 만족하면 중단하고 질문 개수만 셈 → 주관적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A1A1A"/>
                </a:solidFill>
                <a:latin typeface="Malgun Gothic"/>
              </a:rPr>
              <a:t>DoD도 ‘우리가 만든 내부 체크리스트’이지 외부 공인 지표가 아님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A1A1A"/>
                </a:solidFill>
                <a:latin typeface="Malgun Gothic"/>
              </a:rPr>
              <a:t>그래서: 품질(Parity)과 과정(질문·오류 수)을 분리하자고 정리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A1A1A"/>
                </a:solidFill>
                <a:latin typeface="Malgun Gothic"/>
              </a:rPr>
              <a:t>품질 = 동일 설계서 대비 채점표 점수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A1A1A"/>
                </a:solidFill>
                <a:latin typeface="Malgun Gothic"/>
              </a:rPr>
              <a:t>과정 = 그 점수에 도달하는 데 든 질문·오류 횟수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5A5A"/>
                </a:solidFill>
                <a:latin typeface="Malgun Gothic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Malgun Gothic"/>
              </a:rPr>
              <a:t>논의 정리  |  Cursor × ABAP Ops Monitor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1F3A"/>
                </a:solidFill>
                <a:latin typeface="Malgun Gothic"/>
              </a:rPr>
              <a:t>⑤ Parity 채점표로 다시 잼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5943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286000"/>
              </a:tblGrid>
              <a:tr h="5334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섹션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만점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S1 기능 (FR)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S2 안전·활성화</a:t>
                      </a:r>
                    </a:p>
                  </a:txBody>
                  <a:tcPr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12</a:t>
                      </a:r>
                    </a:p>
                  </a:txBody>
                  <a:tcPr>
                    <a:solidFill>
                      <a:srgbClr val="E8EEF3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S3 UX 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S4 전달·가이드</a:t>
                      </a:r>
                    </a:p>
                  </a:txBody>
                  <a:tcPr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8</a:t>
                      </a:r>
                    </a:p>
                  </a:txBody>
                  <a:tcPr>
                    <a:solidFill>
                      <a:srgbClr val="E8EEF3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합계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Malgun Gothic"/>
              </a:rPr>
              <a:t>최종 채점: A=54, B=55 (Δ=1)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Malgun Gothic"/>
              </a:rPr>
              <a:t>→ 둘 다 PASS, 품질은 동등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Malgun Gothic"/>
              </a:rPr>
              <a:t>질문 수는 품질 점수에 넣지 않음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Malgun Gothic"/>
              </a:rPr>
              <a:t>동등성: |A−B|≤4 이고 둘 다 PASS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5A5A"/>
                </a:solidFill>
                <a:latin typeface="Malgun Gothic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Malgun Gothic"/>
              </a:rPr>
              <a:t>논의 정리  |  Cursor × ABAP Ops Monitor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1F3A"/>
                </a:solidFill>
                <a:latin typeface="Malgun Gothic"/>
              </a:rPr>
              <a:t>⑥ 질문 수에 따른 Parity 향상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b="0">
                <a:solidFill>
                  <a:srgbClr val="1A1A1A"/>
                </a:solidFill>
                <a:latin typeface="Malgun Gothic"/>
              </a:rPr>
              <a:t>가로축: 프로그램 관련 누적 질문 (PPT/`계속`/메타 집계 제외)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A1A1A"/>
                </a:solidFill>
                <a:latin typeface="Malgun Gothic"/>
              </a:rPr>
              <a:t>A: 천천히 오름 → 첫 PASS ≈ Q57 → 최종 54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A1A1A"/>
                </a:solidFill>
                <a:latin typeface="Malgun Gothic"/>
              </a:rPr>
              <a:t>B: 소스 먼저 나오고 실기에서 막힘 → 첫 PASS ≈ Q12 → 최종 55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A1A1A"/>
                </a:solidFill>
                <a:latin typeface="Malgun Gothic"/>
              </a:rPr>
              <a:t>같은 Q=16에서: A≈33(FAIL) / B=55(PASS) — 도달 속도 차이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5A5A"/>
                </a:solidFill>
                <a:latin typeface="Malgun Gothic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Malgun Gothic"/>
              </a:rPr>
              <a:t>논의 정리  |  Cursor × ABAP Ops Monitor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1F3A"/>
                </a:solidFill>
                <a:latin typeface="Malgun Gothic"/>
              </a:rPr>
              <a:t>⑦ Hard Gate — 지적하신 대로 보정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Malgun Gothic"/>
              </a:rPr>
              <a:t>문제: B를 ‘처음부터 거의 완성’처럼 채점함 (코드에 HTML 있음 ≈ 고득점)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Malgun Gothic"/>
              </a:rPr>
              <a:t>원칙: 에러 나거나 기능이 안 되면 PASS 안 됨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Malgun Gothic"/>
              </a:rPr>
              <a:t>  · 활성화 실패 → PASS 불가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Malgun Gothic"/>
              </a:rPr>
              <a:t>  · 팝업 X 불능 / ST22 조회 버그 / 빈 화면 → PASS 불가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Malgun Gothic"/>
              </a:rPr>
              <a:t>  · 미실기(코드만) → 점수 상한 40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Malgun Gothic"/>
              </a:rPr>
              <a:t>보정 후 B: Q1=30(FAIL) … Q12=53(첫 PASS) … Q16=55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Malgun Gothic"/>
              </a:rPr>
              <a:t>‘Q=3에 PASS’ 서술은 철회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5A5A"/>
                </a:solidFill>
                <a:latin typeface="Malgun Gothic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Malgun Gothic"/>
              </a:rPr>
              <a:t>논의 정리  |  Cursor × ABAP Ops Monitor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1F3A"/>
                </a:solidFill>
                <a:latin typeface="Malgun Gothic"/>
              </a:rPr>
              <a:t>⑧ 일반화에 대한 추정 — 대체로 맞음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Malgun Gothic"/>
              </a:rPr>
              <a:t>큰 효과의 상당 부분 = 동일 프로그램 유형 오류를 목록화한 덕분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Malgun Gothic"/>
              </a:rPr>
              <a:t>Preflight 약 70%는 다른 ALV/HTML 리포트에도 쓸 만함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Malgun Gothic"/>
              </a:rPr>
              <a:t>UX·도메인 스킬 약 80%+는 Ops Monitor 특화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Malgun Gothic"/>
              </a:rPr>
              <a:t>다른 형식 프로그램이면 오류·질문이 다시 늘 가능성 큼 (아직 실험 n=1)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Malgun Gothic"/>
              </a:rPr>
              <a:t>다양한 프로그램 대화를 쌓아 규칙으로 올리면 효과가 넓어질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5A5A"/>
                </a:solidFill>
                <a:latin typeface="Malgun Gothic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Malgun Gothic"/>
              </a:rPr>
              <a:t>논의 정리  |  Cursor × ABAP Ops Monitor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1F3A"/>
                </a:solidFill>
                <a:latin typeface="Malgun Gothic"/>
              </a:rPr>
              <a:t>한 장으로 보면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642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6035040"/>
              </a:tblGrid>
              <a:tr h="6400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말하고자 하는 것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숫자/판정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최종 품질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A 54 ≈ B 55 (동등)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과정</a:t>
                      </a:r>
                    </a:p>
                  </a:txBody>
                  <a:tcPr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공정 Q 63→16, 첫 PASS 57→12</a:t>
                      </a:r>
                    </a:p>
                  </a:txBody>
                  <a:tcPr>
                    <a:solidFill>
                      <a:srgbClr val="E8EEF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방법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실패 → Skill/Rule 고착 → 재현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채점</a:t>
                      </a:r>
                    </a:p>
                  </a:txBody>
                  <a:tcPr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Parity 56점 + Hard Gate</a:t>
                      </a:r>
                    </a:p>
                  </a:txBody>
                  <a:tcPr>
                    <a:solidFill>
                      <a:srgbClr val="E8EEF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주의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코드만으로 PASS 금지 / 유형 1건 한계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5A5A"/>
                </a:solidFill>
                <a:latin typeface="Malgun Gothic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